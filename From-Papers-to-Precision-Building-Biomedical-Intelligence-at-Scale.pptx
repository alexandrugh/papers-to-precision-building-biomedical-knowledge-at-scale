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1430000" cy="9639300"/>
  <p:notesSz cx="6858000" cy="9144000"/>
  <p:embeddedFontLst>
    <p:embeddedFont>
      <p:font typeface="DM Sans" pitchFamily="2" charset="77"/>
      <p:regular r:id="rId23"/>
      <p:bold r:id="rId24"/>
      <p:italic r:id="rId25"/>
      <p:boldItalic r:id="rId26"/>
    </p:embeddedFont>
    <p:embeddedFont>
      <p:font typeface="DM Sans Bold" pitchFamily="2" charset="77"/>
      <p:regular r:id="rId27"/>
      <p:bold r:id="rId28"/>
    </p:embeddedFont>
    <p:embeddedFont>
      <p:font typeface="DM Sans Italics" pitchFamily="2" charset="77"/>
      <p:regular r:id="rId29"/>
      <p: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14" autoAdjust="0"/>
  </p:normalViewPr>
  <p:slideViewPr>
    <p:cSldViewPr>
      <p:cViewPr varScale="1">
        <p:scale>
          <a:sx n="101" d="100"/>
          <a:sy n="101" d="100"/>
        </p:scale>
        <p:origin x="576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606858"/>
            <a:ext cx="4286250" cy="6438643"/>
            <a:chOff x="0" y="0"/>
            <a:chExt cx="5715000" cy="85848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8584819"/>
            </a:xfrm>
            <a:custGeom>
              <a:avLst/>
              <a:gdLst/>
              <a:ahLst/>
              <a:cxnLst/>
              <a:rect l="l" t="t" r="r" b="b"/>
              <a:pathLst>
                <a:path w="5715000" h="8584819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4" t="-3" r="-74"/>
              </a:stretch>
            </a:blip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4" name="Freeform 4"/>
          <p:cNvSpPr/>
          <p:nvPr/>
        </p:nvSpPr>
        <p:spPr>
          <a:xfrm>
            <a:off x="4822822" y="5867448"/>
            <a:ext cx="6070597" cy="136522"/>
          </a:xfrm>
          <a:custGeom>
            <a:avLst/>
            <a:gdLst/>
            <a:ahLst/>
            <a:cxnLst/>
            <a:rect l="l" t="t" r="r" b="b"/>
            <a:pathLst>
              <a:path w="6070597" h="136522">
                <a:moveTo>
                  <a:pt x="0" y="0"/>
                </a:moveTo>
                <a:lnTo>
                  <a:pt x="6070597" y="0"/>
                </a:lnTo>
                <a:lnTo>
                  <a:pt x="6070597" y="136521"/>
                </a:lnTo>
                <a:lnTo>
                  <a:pt x="0" y="1365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5" name="TextBox 5"/>
          <p:cNvSpPr txBox="1"/>
          <p:nvPr/>
        </p:nvSpPr>
        <p:spPr>
          <a:xfrm>
            <a:off x="4886325" y="3173092"/>
            <a:ext cx="5363232" cy="170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3543" dirty="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From Papers to Precision: Building Biomedical Intelligence at Scale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00168" y="5149253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86324" y="6177953"/>
            <a:ext cx="4286250" cy="475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b="1" dirty="0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Alexandru </a:t>
            </a:r>
            <a:r>
              <a:rPr lang="en-US" sz="1350" b="1" dirty="0" err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Ghiuruțan</a:t>
            </a: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· NLP Engineer and </a:t>
            </a:r>
          </a:p>
          <a:p>
            <a:pPr algn="l">
              <a:lnSpc>
                <a:spcPts val="1890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PhD Student at Technical University of Cluj-Napoca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86325" y="5149253"/>
            <a:ext cx="6004024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 Practical Framework for Extracting Biomedical Knowledge from Scientific 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86325" y="5415953"/>
            <a:ext cx="786432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Literature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6572" y="4698263"/>
            <a:ext cx="10356847" cy="1160459"/>
          </a:xfrm>
          <a:custGeom>
            <a:avLst/>
            <a:gdLst/>
            <a:ahLst/>
            <a:cxnLst/>
            <a:rect l="l" t="t" r="r" b="b"/>
            <a:pathLst>
              <a:path w="10356847" h="1160459">
                <a:moveTo>
                  <a:pt x="0" y="0"/>
                </a:moveTo>
                <a:lnTo>
                  <a:pt x="10356847" y="0"/>
                </a:lnTo>
                <a:lnTo>
                  <a:pt x="10356847" y="1160460"/>
                </a:lnTo>
                <a:lnTo>
                  <a:pt x="0" y="11604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TextBox 3"/>
          <p:cNvSpPr txBox="1"/>
          <p:nvPr/>
        </p:nvSpPr>
        <p:spPr>
          <a:xfrm>
            <a:off x="600075" y="2487292"/>
            <a:ext cx="1854127" cy="620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Contents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34585" y="3428133"/>
            <a:ext cx="55759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0267" y="5073777"/>
            <a:ext cx="146809" cy="36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19633" y="5069015"/>
            <a:ext cx="146809" cy="36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69161" y="5073777"/>
            <a:ext cx="146809" cy="36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18689" y="5069015"/>
            <a:ext cx="146809" cy="36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68065" y="5073777"/>
            <a:ext cx="146809" cy="36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17574" y="5069015"/>
            <a:ext cx="146809" cy="36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67102" y="5073777"/>
            <a:ext cx="146809" cy="36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18421" y="5073777"/>
            <a:ext cx="1143067" cy="664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</a:pPr>
            <a:r>
              <a:rPr lang="en-US" sz="212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8</a:t>
            </a:r>
          </a:p>
          <a:p>
            <a:pPr algn="ctr">
              <a:lnSpc>
                <a:spcPts val="2480"/>
              </a:lnSpc>
            </a:pPr>
            <a:endParaRPr lang="en-US" sz="2126">
              <a:solidFill>
                <a:srgbClr val="383838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965997" y="5073777"/>
            <a:ext cx="146809" cy="36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43487" y="5069015"/>
            <a:ext cx="293580" cy="36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0166" y="3428133"/>
            <a:ext cx="392059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The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4196" y="3742458"/>
            <a:ext cx="1194302" cy="553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Biomedical Literature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1261" y="4275858"/>
            <a:ext cx="858879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Problem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67630" y="5952249"/>
            <a:ext cx="1328947" cy="848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Why Retrieval Alone Is Not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07537" y="6771399"/>
            <a:ext cx="783612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Enough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01976" y="3447183"/>
            <a:ext cx="1359770" cy="57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From Text to Structured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98584" y="3990108"/>
            <a:ext cx="698954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Claims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28434" y="5952249"/>
            <a:ext cx="1406823" cy="848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Why Relations and Evidence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953323" y="6771399"/>
            <a:ext cx="688172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Matter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17856" y="3447183"/>
            <a:ext cx="1121283" cy="57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The Extraction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27994" y="3990108"/>
            <a:ext cx="840724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Pipeline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41312" y="5933199"/>
            <a:ext cx="1378439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Graph-Based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94004" y="6209424"/>
            <a:ext cx="1215066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Intelligence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99659" y="3428133"/>
            <a:ext cx="748141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Hybrid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12436" y="3713883"/>
            <a:ext cx="1074468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GraphRAG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18474" y="3428133"/>
            <a:ext cx="1115816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Enterprise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86943" y="3713883"/>
            <a:ext cx="716156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Impact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808816" y="5933199"/>
            <a:ext cx="420100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Key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50286" y="6209424"/>
            <a:ext cx="1095775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Takeaways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27830" y="5933199"/>
            <a:ext cx="1124248" cy="297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Demo 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606858"/>
            <a:ext cx="4286250" cy="6438643"/>
            <a:chOff x="0" y="0"/>
            <a:chExt cx="5715000" cy="85848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8584819"/>
            </a:xfrm>
            <a:custGeom>
              <a:avLst/>
              <a:gdLst/>
              <a:ahLst/>
              <a:cxnLst/>
              <a:rect l="l" t="t" r="r" b="b"/>
              <a:pathLst>
                <a:path w="5715000" h="8584819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t="-3" r="-42"/>
              </a:stretch>
            </a:blip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886325" y="3625901"/>
            <a:ext cx="2886075" cy="1276350"/>
            <a:chOff x="0" y="0"/>
            <a:chExt cx="2886075" cy="12763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86075" cy="1276350"/>
            </a:xfrm>
            <a:custGeom>
              <a:avLst/>
              <a:gdLst/>
              <a:ahLst/>
              <a:cxnLst/>
              <a:rect l="l" t="t" r="r" b="b"/>
              <a:pathLst>
                <a:path w="2886075" h="1276350">
                  <a:moveTo>
                    <a:pt x="0" y="125488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2864612" y="0"/>
                  </a:lnTo>
                  <a:cubicBezTo>
                    <a:pt x="2867406" y="0"/>
                    <a:pt x="2870200" y="508"/>
                    <a:pt x="2872867" y="1651"/>
                  </a:cubicBezTo>
                  <a:cubicBezTo>
                    <a:pt x="2875534" y="2794"/>
                    <a:pt x="2877820" y="4318"/>
                    <a:pt x="2879852" y="6223"/>
                  </a:cubicBezTo>
                  <a:cubicBezTo>
                    <a:pt x="2881884" y="8128"/>
                    <a:pt x="2883408" y="10541"/>
                    <a:pt x="2884424" y="13208"/>
                  </a:cubicBezTo>
                  <a:cubicBezTo>
                    <a:pt x="2885440" y="15875"/>
                    <a:pt x="2886075" y="18542"/>
                    <a:pt x="2886075" y="21463"/>
                  </a:cubicBezTo>
                  <a:lnTo>
                    <a:pt x="2886075" y="1254887"/>
                  </a:lnTo>
                  <a:cubicBezTo>
                    <a:pt x="2886075" y="1257681"/>
                    <a:pt x="2885567" y="1260475"/>
                    <a:pt x="2884424" y="1263015"/>
                  </a:cubicBezTo>
                  <a:cubicBezTo>
                    <a:pt x="2883281" y="1265555"/>
                    <a:pt x="2881757" y="1267968"/>
                    <a:pt x="2879852" y="1270000"/>
                  </a:cubicBezTo>
                  <a:cubicBezTo>
                    <a:pt x="2877947" y="1272032"/>
                    <a:pt x="2875534" y="1273556"/>
                    <a:pt x="2872867" y="1274699"/>
                  </a:cubicBezTo>
                  <a:cubicBezTo>
                    <a:pt x="2870200" y="1275842"/>
                    <a:pt x="2867533" y="1276350"/>
                    <a:pt x="2864612" y="1276350"/>
                  </a:cubicBezTo>
                  <a:lnTo>
                    <a:pt x="21463" y="1276350"/>
                  </a:lnTo>
                  <a:cubicBezTo>
                    <a:pt x="18669" y="1276350"/>
                    <a:pt x="15875" y="1275842"/>
                    <a:pt x="13208" y="1274699"/>
                  </a:cubicBezTo>
                  <a:cubicBezTo>
                    <a:pt x="10541" y="1273556"/>
                    <a:pt x="8255" y="1272032"/>
                    <a:pt x="6223" y="1270000"/>
                  </a:cubicBezTo>
                  <a:cubicBezTo>
                    <a:pt x="4191" y="1267968"/>
                    <a:pt x="2667" y="1265682"/>
                    <a:pt x="1651" y="1263015"/>
                  </a:cubicBezTo>
                  <a:cubicBezTo>
                    <a:pt x="635" y="1260348"/>
                    <a:pt x="0" y="1257808"/>
                    <a:pt x="0" y="1254887"/>
                  </a:cubicBezTo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886325" y="5073701"/>
            <a:ext cx="5943600" cy="1000125"/>
            <a:chOff x="0" y="0"/>
            <a:chExt cx="5943600" cy="10001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43727" cy="1000125"/>
            </a:xfrm>
            <a:custGeom>
              <a:avLst/>
              <a:gdLst/>
              <a:ahLst/>
              <a:cxnLst/>
              <a:rect l="l" t="t" r="r" b="b"/>
              <a:pathLst>
                <a:path w="5943727" h="1000125">
                  <a:moveTo>
                    <a:pt x="0" y="9786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5922137" y="0"/>
                  </a:lnTo>
                  <a:cubicBezTo>
                    <a:pt x="5924931" y="0"/>
                    <a:pt x="5927725" y="508"/>
                    <a:pt x="5930392" y="1651"/>
                  </a:cubicBezTo>
                  <a:cubicBezTo>
                    <a:pt x="5933059" y="2794"/>
                    <a:pt x="5935345" y="4318"/>
                    <a:pt x="5937377" y="6350"/>
                  </a:cubicBezTo>
                  <a:cubicBezTo>
                    <a:pt x="5939409" y="8382"/>
                    <a:pt x="5940933" y="10668"/>
                    <a:pt x="5942076" y="13335"/>
                  </a:cubicBezTo>
                  <a:cubicBezTo>
                    <a:pt x="5943219" y="16002"/>
                    <a:pt x="5943727" y="18669"/>
                    <a:pt x="5943727" y="21590"/>
                  </a:cubicBezTo>
                  <a:lnTo>
                    <a:pt x="5943727" y="978662"/>
                  </a:lnTo>
                  <a:cubicBezTo>
                    <a:pt x="5943727" y="981456"/>
                    <a:pt x="5943219" y="984250"/>
                    <a:pt x="5942076" y="986790"/>
                  </a:cubicBezTo>
                  <a:cubicBezTo>
                    <a:pt x="5940933" y="989330"/>
                    <a:pt x="5939409" y="991743"/>
                    <a:pt x="5937377" y="993775"/>
                  </a:cubicBezTo>
                  <a:cubicBezTo>
                    <a:pt x="5935345" y="995807"/>
                    <a:pt x="5933059" y="997331"/>
                    <a:pt x="5930392" y="998474"/>
                  </a:cubicBezTo>
                  <a:cubicBezTo>
                    <a:pt x="5927725" y="999617"/>
                    <a:pt x="5925058" y="1000125"/>
                    <a:pt x="5922137" y="1000125"/>
                  </a:cubicBezTo>
                  <a:lnTo>
                    <a:pt x="21463" y="1000125"/>
                  </a:lnTo>
                  <a:cubicBezTo>
                    <a:pt x="18669" y="1000125"/>
                    <a:pt x="15875" y="999617"/>
                    <a:pt x="13208" y="998474"/>
                  </a:cubicBezTo>
                  <a:cubicBezTo>
                    <a:pt x="10541" y="997331"/>
                    <a:pt x="8255" y="995807"/>
                    <a:pt x="6223" y="993775"/>
                  </a:cubicBezTo>
                  <a:cubicBezTo>
                    <a:pt x="4191" y="991743"/>
                    <a:pt x="2667" y="989457"/>
                    <a:pt x="1651" y="986790"/>
                  </a:cubicBezTo>
                  <a:cubicBezTo>
                    <a:pt x="635" y="984123"/>
                    <a:pt x="0" y="981583"/>
                    <a:pt x="0" y="978662"/>
                  </a:cubicBezTo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22822" y="6210348"/>
            <a:ext cx="6070597" cy="1069972"/>
            <a:chOff x="0" y="0"/>
            <a:chExt cx="6070600" cy="1069975"/>
          </a:xfrm>
        </p:grpSpPr>
        <p:sp>
          <p:nvSpPr>
            <p:cNvPr id="9" name="Freeform 9"/>
            <p:cNvSpPr/>
            <p:nvPr/>
          </p:nvSpPr>
          <p:spPr>
            <a:xfrm>
              <a:off x="63500" y="63500"/>
              <a:ext cx="5943727" cy="943101"/>
            </a:xfrm>
            <a:custGeom>
              <a:avLst/>
              <a:gdLst/>
              <a:ahLst/>
              <a:cxnLst/>
              <a:rect l="l" t="t" r="r" b="b"/>
              <a:pathLst>
                <a:path w="5943727" h="943101">
                  <a:moveTo>
                    <a:pt x="0" y="921511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524"/>
                  </a:cubicBezTo>
                  <a:cubicBezTo>
                    <a:pt x="15875" y="381"/>
                    <a:pt x="18542" y="0"/>
                    <a:pt x="21463" y="0"/>
                  </a:cubicBezTo>
                  <a:lnTo>
                    <a:pt x="5922137" y="0"/>
                  </a:lnTo>
                  <a:cubicBezTo>
                    <a:pt x="5924931" y="0"/>
                    <a:pt x="5927725" y="508"/>
                    <a:pt x="5930392" y="1651"/>
                  </a:cubicBezTo>
                  <a:cubicBezTo>
                    <a:pt x="5933059" y="2794"/>
                    <a:pt x="5935345" y="4318"/>
                    <a:pt x="5937377" y="6350"/>
                  </a:cubicBezTo>
                  <a:cubicBezTo>
                    <a:pt x="5939409" y="8382"/>
                    <a:pt x="5940933" y="10668"/>
                    <a:pt x="5942076" y="13335"/>
                  </a:cubicBezTo>
                  <a:cubicBezTo>
                    <a:pt x="5943219" y="16002"/>
                    <a:pt x="5943727" y="18669"/>
                    <a:pt x="5943727" y="21590"/>
                  </a:cubicBezTo>
                  <a:lnTo>
                    <a:pt x="5943727" y="921511"/>
                  </a:lnTo>
                  <a:cubicBezTo>
                    <a:pt x="5943727" y="924305"/>
                    <a:pt x="5943219" y="927099"/>
                    <a:pt x="5942076" y="929766"/>
                  </a:cubicBezTo>
                  <a:cubicBezTo>
                    <a:pt x="5940933" y="932433"/>
                    <a:pt x="5939409" y="934719"/>
                    <a:pt x="5937377" y="936751"/>
                  </a:cubicBezTo>
                  <a:cubicBezTo>
                    <a:pt x="5935345" y="938783"/>
                    <a:pt x="5933059" y="940307"/>
                    <a:pt x="5930392" y="941450"/>
                  </a:cubicBezTo>
                  <a:cubicBezTo>
                    <a:pt x="5927725" y="942593"/>
                    <a:pt x="5925058" y="943101"/>
                    <a:pt x="5922137" y="943101"/>
                  </a:cubicBezTo>
                  <a:lnTo>
                    <a:pt x="21463" y="943101"/>
                  </a:lnTo>
                  <a:cubicBezTo>
                    <a:pt x="18669" y="943101"/>
                    <a:pt x="15875" y="942593"/>
                    <a:pt x="13208" y="941450"/>
                  </a:cubicBezTo>
                  <a:cubicBezTo>
                    <a:pt x="10541" y="940307"/>
                    <a:pt x="8255" y="938783"/>
                    <a:pt x="6223" y="936751"/>
                  </a:cubicBezTo>
                  <a:cubicBezTo>
                    <a:pt x="4191" y="934719"/>
                    <a:pt x="2667" y="932433"/>
                    <a:pt x="1651" y="929766"/>
                  </a:cubicBezTo>
                  <a:cubicBezTo>
                    <a:pt x="635" y="927099"/>
                    <a:pt x="0" y="924432"/>
                    <a:pt x="0" y="921511"/>
                  </a:cubicBezTo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67081" y="302768"/>
              <a:ext cx="150114" cy="150114"/>
            </a:xfrm>
            <a:custGeom>
              <a:avLst/>
              <a:gdLst/>
              <a:ahLst/>
              <a:cxnLst/>
              <a:rect l="l" t="t" r="r" b="b"/>
              <a:pathLst>
                <a:path w="150114" h="150114">
                  <a:moveTo>
                    <a:pt x="21463" y="16129"/>
                  </a:moveTo>
                  <a:cubicBezTo>
                    <a:pt x="18542" y="16129"/>
                    <a:pt x="16129" y="18542"/>
                    <a:pt x="16129" y="21463"/>
                  </a:cubicBezTo>
                  <a:lnTo>
                    <a:pt x="16129" y="128651"/>
                  </a:lnTo>
                  <a:cubicBezTo>
                    <a:pt x="16129" y="131571"/>
                    <a:pt x="18542" y="133984"/>
                    <a:pt x="21463" y="133984"/>
                  </a:cubicBezTo>
                  <a:lnTo>
                    <a:pt x="96520" y="133984"/>
                  </a:lnTo>
                  <a:lnTo>
                    <a:pt x="96520" y="107188"/>
                  </a:lnTo>
                  <a:cubicBezTo>
                    <a:pt x="96520" y="101219"/>
                    <a:pt x="101346" y="96520"/>
                    <a:pt x="107188" y="96520"/>
                  </a:cubicBezTo>
                  <a:lnTo>
                    <a:pt x="133985" y="96520"/>
                  </a:lnTo>
                  <a:lnTo>
                    <a:pt x="133985" y="21463"/>
                  </a:lnTo>
                  <a:cubicBezTo>
                    <a:pt x="133985" y="18542"/>
                    <a:pt x="131572" y="16129"/>
                    <a:pt x="128651" y="16129"/>
                  </a:cubicBezTo>
                  <a:lnTo>
                    <a:pt x="21463" y="16129"/>
                  </a:lnTo>
                  <a:close/>
                  <a:moveTo>
                    <a:pt x="96520" y="150113"/>
                  </a:moveTo>
                  <a:lnTo>
                    <a:pt x="21463" y="150113"/>
                  </a:lnTo>
                  <a:cubicBezTo>
                    <a:pt x="9652" y="150113"/>
                    <a:pt x="0" y="140461"/>
                    <a:pt x="0" y="128651"/>
                  </a:cubicBezTo>
                  <a:lnTo>
                    <a:pt x="0" y="21463"/>
                  </a:lnTo>
                  <a:cubicBezTo>
                    <a:pt x="0" y="9652"/>
                    <a:pt x="9652" y="0"/>
                    <a:pt x="21463" y="0"/>
                  </a:cubicBezTo>
                  <a:lnTo>
                    <a:pt x="128651" y="0"/>
                  </a:lnTo>
                  <a:cubicBezTo>
                    <a:pt x="140462" y="0"/>
                    <a:pt x="150114" y="9652"/>
                    <a:pt x="150114" y="21463"/>
                  </a:cubicBezTo>
                  <a:lnTo>
                    <a:pt x="150114" y="96520"/>
                  </a:lnTo>
                  <a:lnTo>
                    <a:pt x="150114" y="98298"/>
                  </a:lnTo>
                  <a:cubicBezTo>
                    <a:pt x="150114" y="104013"/>
                    <a:pt x="147828" y="109474"/>
                    <a:pt x="143891" y="113411"/>
                  </a:cubicBezTo>
                  <a:lnTo>
                    <a:pt x="113538" y="143763"/>
                  </a:lnTo>
                  <a:cubicBezTo>
                    <a:pt x="109474" y="147827"/>
                    <a:pt x="104013" y="149986"/>
                    <a:pt x="98425" y="149986"/>
                  </a:cubicBezTo>
                  <a:lnTo>
                    <a:pt x="96647" y="149986"/>
                  </a:lnTo>
                </a:path>
              </a:pathLst>
            </a:custGeom>
            <a:solidFill>
              <a:srgbClr val="9936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943850" y="3625901"/>
            <a:ext cx="2886075" cy="1276350"/>
            <a:chOff x="0" y="0"/>
            <a:chExt cx="2886075" cy="12763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86202" cy="1276350"/>
            </a:xfrm>
            <a:custGeom>
              <a:avLst/>
              <a:gdLst/>
              <a:ahLst/>
              <a:cxnLst/>
              <a:rect l="l" t="t" r="r" b="b"/>
              <a:pathLst>
                <a:path w="2886202" h="1276350">
                  <a:moveTo>
                    <a:pt x="0" y="125488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2864612" y="0"/>
                  </a:lnTo>
                  <a:cubicBezTo>
                    <a:pt x="2867406" y="0"/>
                    <a:pt x="2870200" y="508"/>
                    <a:pt x="2872867" y="1651"/>
                  </a:cubicBezTo>
                  <a:cubicBezTo>
                    <a:pt x="2875534" y="2794"/>
                    <a:pt x="2877820" y="4318"/>
                    <a:pt x="2879852" y="6223"/>
                  </a:cubicBezTo>
                  <a:cubicBezTo>
                    <a:pt x="2881884" y="8128"/>
                    <a:pt x="2883408" y="10541"/>
                    <a:pt x="2884551" y="13208"/>
                  </a:cubicBezTo>
                  <a:cubicBezTo>
                    <a:pt x="2885694" y="15875"/>
                    <a:pt x="2886202" y="18542"/>
                    <a:pt x="2886202" y="21463"/>
                  </a:cubicBezTo>
                  <a:lnTo>
                    <a:pt x="2886202" y="1254887"/>
                  </a:lnTo>
                  <a:cubicBezTo>
                    <a:pt x="2886202" y="1257681"/>
                    <a:pt x="2885694" y="1260475"/>
                    <a:pt x="2884551" y="1263015"/>
                  </a:cubicBezTo>
                  <a:cubicBezTo>
                    <a:pt x="2883408" y="1265555"/>
                    <a:pt x="2881884" y="1267968"/>
                    <a:pt x="2879852" y="1270000"/>
                  </a:cubicBezTo>
                  <a:cubicBezTo>
                    <a:pt x="2877820" y="1272032"/>
                    <a:pt x="2875534" y="1273556"/>
                    <a:pt x="2872867" y="1274699"/>
                  </a:cubicBezTo>
                  <a:cubicBezTo>
                    <a:pt x="2870200" y="1275842"/>
                    <a:pt x="2867533" y="1276350"/>
                    <a:pt x="2864612" y="1276350"/>
                  </a:cubicBezTo>
                  <a:lnTo>
                    <a:pt x="21463" y="1276350"/>
                  </a:lnTo>
                  <a:cubicBezTo>
                    <a:pt x="18669" y="1276350"/>
                    <a:pt x="15875" y="1275842"/>
                    <a:pt x="13208" y="1274699"/>
                  </a:cubicBezTo>
                  <a:cubicBezTo>
                    <a:pt x="10541" y="1273556"/>
                    <a:pt x="8255" y="1272032"/>
                    <a:pt x="6223" y="1270000"/>
                  </a:cubicBezTo>
                  <a:cubicBezTo>
                    <a:pt x="4191" y="1267968"/>
                    <a:pt x="2667" y="1265682"/>
                    <a:pt x="1651" y="1263015"/>
                  </a:cubicBezTo>
                  <a:cubicBezTo>
                    <a:pt x="635" y="1260348"/>
                    <a:pt x="0" y="1257808"/>
                    <a:pt x="0" y="1254887"/>
                  </a:cubicBezTo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886325" y="2220592"/>
            <a:ext cx="5438070" cy="1135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6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The Biomedical Literature Bottleneck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12330" y="3761489"/>
            <a:ext cx="55759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57775" y="3732914"/>
            <a:ext cx="2273075" cy="946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6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35M+</a:t>
            </a:r>
            <a:r>
              <a:rPr lang="en-US" sz="1771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Papers</a:t>
            </a:r>
          </a:p>
          <a:p>
            <a:pPr algn="l">
              <a:lnSpc>
                <a:spcPts val="210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Published and growing — impossible to read manually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57775" y="5209289"/>
            <a:ext cx="2252767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No Inherent Structure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98096" y="5635028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15300" y="3761489"/>
            <a:ext cx="2198399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Fragmented</a:t>
            </a:r>
            <a:r>
              <a:rPr lang="en-US" sz="1771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Evidence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68099" y="4187228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57775" y="5635028"/>
            <a:ext cx="4978975" cy="232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Scientific claims lack machine-readable form and traceability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43538" y="6435128"/>
            <a:ext cx="4689510" cy="537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challenge is not finding papers — it is </a:t>
            </a:r>
            <a:r>
              <a:rPr lang="en-US" sz="135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extracting and connecting knowledge</a:t>
            </a: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from them.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15300" y="4187228"/>
            <a:ext cx="2093824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Critical findings scattered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15300" y="4453928"/>
            <a:ext cx="2338654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across separate publications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692248"/>
            <a:ext cx="11556997" cy="8261347"/>
            <a:chOff x="0" y="0"/>
            <a:chExt cx="11557000" cy="8261350"/>
          </a:xfrm>
        </p:grpSpPr>
        <p:sp>
          <p:nvSpPr>
            <p:cNvPr id="3" name="Freeform 3"/>
            <p:cNvSpPr/>
            <p:nvPr/>
          </p:nvSpPr>
          <p:spPr>
            <a:xfrm>
              <a:off x="68326" y="68326"/>
              <a:ext cx="11420348" cy="8124698"/>
            </a:xfrm>
            <a:custGeom>
              <a:avLst/>
              <a:gdLst/>
              <a:ahLst/>
              <a:cxnLst/>
              <a:rect l="l" t="t" r="r" b="b"/>
              <a:pathLst>
                <a:path w="11420348" h="8124698">
                  <a:moveTo>
                    <a:pt x="0" y="0"/>
                  </a:moveTo>
                  <a:lnTo>
                    <a:pt x="0" y="8124698"/>
                  </a:lnTo>
                  <a:lnTo>
                    <a:pt x="11420348" y="8124698"/>
                  </a:lnTo>
                  <a:lnTo>
                    <a:pt x="11420348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8134350"/>
            </a:xfrm>
            <a:custGeom>
              <a:avLst/>
              <a:gdLst/>
              <a:ahLst/>
              <a:cxnLst/>
              <a:rect l="l" t="t" r="r" b="b"/>
              <a:pathLst>
                <a:path w="11430000" h="8134350">
                  <a:moveTo>
                    <a:pt x="0" y="0"/>
                  </a:moveTo>
                  <a:lnTo>
                    <a:pt x="11430000" y="0"/>
                  </a:lnTo>
                  <a:lnTo>
                    <a:pt x="11430000" y="8134350"/>
                  </a:lnTo>
                  <a:lnTo>
                    <a:pt x="0" y="8134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5" name="Freeform 5"/>
            <p:cNvSpPr/>
            <p:nvPr/>
          </p:nvSpPr>
          <p:spPr>
            <a:xfrm>
              <a:off x="663448" y="6864223"/>
              <a:ext cx="10230104" cy="667004"/>
            </a:xfrm>
            <a:custGeom>
              <a:avLst/>
              <a:gdLst/>
              <a:ahLst/>
              <a:cxnLst/>
              <a:rect l="l" t="t" r="r" b="b"/>
              <a:pathLst>
                <a:path w="10230104" h="667004">
                  <a:moveTo>
                    <a:pt x="127" y="64541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10208514" y="0"/>
                  </a:lnTo>
                  <a:cubicBezTo>
                    <a:pt x="10211308" y="0"/>
                    <a:pt x="10214102" y="508"/>
                    <a:pt x="10216769" y="1651"/>
                  </a:cubicBezTo>
                  <a:cubicBezTo>
                    <a:pt x="10219436" y="2794"/>
                    <a:pt x="10221722" y="4318"/>
                    <a:pt x="10223754" y="6350"/>
                  </a:cubicBezTo>
                  <a:cubicBezTo>
                    <a:pt x="10225786" y="8382"/>
                    <a:pt x="10227310" y="10668"/>
                    <a:pt x="10228453" y="13335"/>
                  </a:cubicBezTo>
                  <a:cubicBezTo>
                    <a:pt x="10229596" y="16002"/>
                    <a:pt x="10230104" y="18669"/>
                    <a:pt x="10230104" y="21590"/>
                  </a:cubicBezTo>
                  <a:lnTo>
                    <a:pt x="10230104" y="645414"/>
                  </a:lnTo>
                  <a:cubicBezTo>
                    <a:pt x="10230104" y="648208"/>
                    <a:pt x="10229596" y="651002"/>
                    <a:pt x="10228453" y="653669"/>
                  </a:cubicBezTo>
                  <a:cubicBezTo>
                    <a:pt x="10227310" y="656336"/>
                    <a:pt x="10225786" y="658622"/>
                    <a:pt x="10223754" y="660654"/>
                  </a:cubicBezTo>
                  <a:cubicBezTo>
                    <a:pt x="10221722" y="662686"/>
                    <a:pt x="10219436" y="664210"/>
                    <a:pt x="10216769" y="665353"/>
                  </a:cubicBezTo>
                  <a:cubicBezTo>
                    <a:pt x="10214102" y="666496"/>
                    <a:pt x="10211435" y="667004"/>
                    <a:pt x="10208514" y="667004"/>
                  </a:cubicBezTo>
                  <a:lnTo>
                    <a:pt x="21590" y="667004"/>
                  </a:lnTo>
                  <a:cubicBezTo>
                    <a:pt x="18796" y="667004"/>
                    <a:pt x="16002" y="666496"/>
                    <a:pt x="13335" y="665353"/>
                  </a:cubicBezTo>
                  <a:cubicBezTo>
                    <a:pt x="10668" y="664210"/>
                    <a:pt x="8382" y="662686"/>
                    <a:pt x="6350" y="660654"/>
                  </a:cubicBezTo>
                  <a:cubicBezTo>
                    <a:pt x="4318" y="658622"/>
                    <a:pt x="2794" y="656336"/>
                    <a:pt x="1651" y="653669"/>
                  </a:cubicBezTo>
                  <a:cubicBezTo>
                    <a:pt x="508" y="651002"/>
                    <a:pt x="0" y="648335"/>
                    <a:pt x="0" y="645414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Freeform 6"/>
            <p:cNvSpPr/>
            <p:nvPr/>
          </p:nvSpPr>
          <p:spPr>
            <a:xfrm>
              <a:off x="867156" y="7113143"/>
              <a:ext cx="150114" cy="150114"/>
            </a:xfrm>
            <a:custGeom>
              <a:avLst/>
              <a:gdLst/>
              <a:ahLst/>
              <a:cxnLst/>
              <a:rect l="l" t="t" r="r" b="b"/>
              <a:pathLst>
                <a:path w="150114" h="150114">
                  <a:moveTo>
                    <a:pt x="21463" y="16129"/>
                  </a:moveTo>
                  <a:cubicBezTo>
                    <a:pt x="18542" y="16129"/>
                    <a:pt x="16129" y="18542"/>
                    <a:pt x="16129" y="21463"/>
                  </a:cubicBezTo>
                  <a:lnTo>
                    <a:pt x="16129" y="128651"/>
                  </a:lnTo>
                  <a:cubicBezTo>
                    <a:pt x="16129" y="131572"/>
                    <a:pt x="18542" y="133985"/>
                    <a:pt x="21463" y="133985"/>
                  </a:cubicBezTo>
                  <a:lnTo>
                    <a:pt x="96520" y="133985"/>
                  </a:lnTo>
                  <a:lnTo>
                    <a:pt x="96520" y="107188"/>
                  </a:lnTo>
                  <a:cubicBezTo>
                    <a:pt x="96520" y="101219"/>
                    <a:pt x="101346" y="96520"/>
                    <a:pt x="107188" y="96520"/>
                  </a:cubicBezTo>
                  <a:lnTo>
                    <a:pt x="133985" y="96520"/>
                  </a:lnTo>
                  <a:lnTo>
                    <a:pt x="133985" y="21463"/>
                  </a:lnTo>
                  <a:cubicBezTo>
                    <a:pt x="133985" y="18542"/>
                    <a:pt x="131572" y="16129"/>
                    <a:pt x="128651" y="16129"/>
                  </a:cubicBezTo>
                  <a:lnTo>
                    <a:pt x="21463" y="16129"/>
                  </a:lnTo>
                  <a:close/>
                  <a:moveTo>
                    <a:pt x="96520" y="150114"/>
                  </a:moveTo>
                  <a:lnTo>
                    <a:pt x="21463" y="150114"/>
                  </a:lnTo>
                  <a:cubicBezTo>
                    <a:pt x="9652" y="150114"/>
                    <a:pt x="0" y="140462"/>
                    <a:pt x="0" y="128651"/>
                  </a:cubicBezTo>
                  <a:lnTo>
                    <a:pt x="0" y="21463"/>
                  </a:lnTo>
                  <a:cubicBezTo>
                    <a:pt x="0" y="9652"/>
                    <a:pt x="9652" y="0"/>
                    <a:pt x="21463" y="0"/>
                  </a:cubicBezTo>
                  <a:lnTo>
                    <a:pt x="128651" y="0"/>
                  </a:lnTo>
                  <a:cubicBezTo>
                    <a:pt x="140462" y="0"/>
                    <a:pt x="150114" y="9652"/>
                    <a:pt x="150114" y="21463"/>
                  </a:cubicBezTo>
                  <a:lnTo>
                    <a:pt x="150114" y="96520"/>
                  </a:lnTo>
                  <a:lnTo>
                    <a:pt x="150114" y="98425"/>
                  </a:lnTo>
                  <a:cubicBezTo>
                    <a:pt x="150114" y="104140"/>
                    <a:pt x="147828" y="109601"/>
                    <a:pt x="143891" y="113538"/>
                  </a:cubicBezTo>
                  <a:lnTo>
                    <a:pt x="113538" y="143891"/>
                  </a:lnTo>
                  <a:cubicBezTo>
                    <a:pt x="109474" y="147955"/>
                    <a:pt x="104013" y="150114"/>
                    <a:pt x="98425" y="150114"/>
                  </a:cubicBezTo>
                  <a:lnTo>
                    <a:pt x="96520" y="150114"/>
                  </a:lnTo>
                  <a:close/>
                </a:path>
              </a:pathLst>
            </a:custGeom>
            <a:solidFill>
              <a:srgbClr val="993600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00075" y="1160193"/>
            <a:ext cx="7164514" cy="620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The Scale of Biomedical Publishing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83070" y="2136229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2125" y="4126954"/>
            <a:ext cx="2981144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Cumulative total citations in PubMed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57298" y="6536779"/>
            <a:ext cx="3094463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Annual compound growth rate in anti-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34676" y="6784429"/>
            <a:ext cx="3140802" cy="53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cancer drug research (2024), up from 6% cancer share in 1950 to 16%+ today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01576" y="4126954"/>
            <a:ext cx="2929747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Papers added to PubMed (1,567,478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45616" y="4374604"/>
            <a:ext cx="3044057" cy="524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citations) — most recent official NLM data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73673" y="6536779"/>
            <a:ext cx="2865834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Year-over-year growth in scientific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48950" y="6784429"/>
            <a:ext cx="3324130" cy="53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4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publishing in 2025, with 8.3% CAGR from 2022–2025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7288" y="7755979"/>
            <a:ext cx="9092079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This massive volume of literature makes manual review and knowledge extraction an impossible task for humans.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74629" y="4098379"/>
            <a:ext cx="2946749" cy="53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4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Approximate average papers added monthly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0075" y="2136229"/>
            <a:ext cx="10269655" cy="232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PubMed, a free resource supporting the search and retrieval of biomedical and life sciences literature, offers a glimpse into the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0075" y="2402929"/>
            <a:ext cx="3003004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immense volume of scientific output: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57173" y="2796349"/>
            <a:ext cx="1583969" cy="1194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7"/>
              </a:lnSpc>
            </a:pPr>
            <a:r>
              <a:rPr lang="en-US" sz="4455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36.5M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01426" y="5215699"/>
            <a:ext cx="1780708" cy="1194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7"/>
              </a:lnSpc>
            </a:pPr>
            <a:r>
              <a:rPr lang="en-US" sz="4455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14%+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38560" y="2796349"/>
            <a:ext cx="1583969" cy="1194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37"/>
              </a:lnSpc>
            </a:pPr>
            <a:r>
              <a:rPr lang="en-US" sz="4455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1.57M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42755" y="5215699"/>
            <a:ext cx="2270427" cy="1194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7"/>
              </a:lnSpc>
            </a:pPr>
            <a:r>
              <a:rPr lang="en-US" sz="4455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11.9%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61337" y="2796349"/>
            <a:ext cx="1295448" cy="1194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7"/>
              </a:lnSpc>
            </a:pPr>
            <a:r>
              <a:rPr lang="en-US" sz="4455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130K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0075" y="3397453"/>
            <a:ext cx="6505575" cy="3676650"/>
            <a:chOff x="0" y="0"/>
            <a:chExt cx="8674100" cy="4902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74100" cy="4902200"/>
            </a:xfrm>
            <a:custGeom>
              <a:avLst/>
              <a:gdLst/>
              <a:ahLst/>
              <a:cxnLst/>
              <a:rect l="l" t="t" r="r" b="b"/>
              <a:pathLst>
                <a:path w="8674100" h="49022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4873625"/>
                  </a:lnTo>
                  <a:cubicBezTo>
                    <a:pt x="0" y="4881499"/>
                    <a:pt x="2794" y="4888230"/>
                    <a:pt x="8382" y="4893818"/>
                  </a:cubicBezTo>
                  <a:cubicBezTo>
                    <a:pt x="13970" y="4899406"/>
                    <a:pt x="20701" y="4902200"/>
                    <a:pt x="28575" y="4902200"/>
                  </a:cubicBezTo>
                  <a:lnTo>
                    <a:pt x="8645525" y="4902200"/>
                  </a:lnTo>
                  <a:cubicBezTo>
                    <a:pt x="8653399" y="4902200"/>
                    <a:pt x="8660130" y="4899406"/>
                    <a:pt x="8665718" y="4893818"/>
                  </a:cubicBezTo>
                  <a:cubicBezTo>
                    <a:pt x="8671306" y="4888230"/>
                    <a:pt x="8674100" y="4881499"/>
                    <a:pt x="8674100" y="4873625"/>
                  </a:cubicBezTo>
                  <a:lnTo>
                    <a:pt x="8674100" y="28575"/>
                  </a:lnTo>
                  <a:cubicBezTo>
                    <a:pt x="8674100" y="20701"/>
                    <a:pt x="8671306" y="13970"/>
                    <a:pt x="8665718" y="8382"/>
                  </a:cubicBezTo>
                  <a:cubicBezTo>
                    <a:pt x="8660130" y="2794"/>
                    <a:pt x="8653399" y="0"/>
                    <a:pt x="8645525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53325" y="3073603"/>
            <a:ext cx="57150" cy="57150"/>
            <a:chOff x="0" y="0"/>
            <a:chExt cx="5715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553325" y="3683203"/>
            <a:ext cx="57150" cy="57150"/>
            <a:chOff x="0" y="0"/>
            <a:chExt cx="57150" cy="571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53325" y="4854778"/>
            <a:ext cx="57150" cy="57150"/>
            <a:chOff x="0" y="0"/>
            <a:chExt cx="57150" cy="57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581900" y="5232806"/>
            <a:ext cx="57150" cy="57150"/>
            <a:chOff x="0" y="0"/>
            <a:chExt cx="57150" cy="571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53325" y="5797753"/>
            <a:ext cx="57150" cy="57150"/>
            <a:chOff x="0" y="0"/>
            <a:chExt cx="57150" cy="571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70772" y="6372425"/>
            <a:ext cx="3432172" cy="1622422"/>
            <a:chOff x="0" y="0"/>
            <a:chExt cx="3432175" cy="1622425"/>
          </a:xfrm>
        </p:grpSpPr>
        <p:sp>
          <p:nvSpPr>
            <p:cNvPr id="15" name="Freeform 15"/>
            <p:cNvSpPr/>
            <p:nvPr/>
          </p:nvSpPr>
          <p:spPr>
            <a:xfrm>
              <a:off x="63500" y="63500"/>
              <a:ext cx="3305302" cy="1495552"/>
            </a:xfrm>
            <a:custGeom>
              <a:avLst/>
              <a:gdLst/>
              <a:ahLst/>
              <a:cxnLst/>
              <a:rect l="l" t="t" r="r" b="b"/>
              <a:pathLst>
                <a:path w="3305302" h="1495552">
                  <a:moveTo>
                    <a:pt x="0" y="14739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283712" y="0"/>
                  </a:lnTo>
                  <a:cubicBezTo>
                    <a:pt x="3286506" y="0"/>
                    <a:pt x="3289300" y="508"/>
                    <a:pt x="3291967" y="1651"/>
                  </a:cubicBezTo>
                  <a:cubicBezTo>
                    <a:pt x="3294634" y="2794"/>
                    <a:pt x="3296920" y="4318"/>
                    <a:pt x="3298952" y="6223"/>
                  </a:cubicBezTo>
                  <a:cubicBezTo>
                    <a:pt x="3300984" y="8128"/>
                    <a:pt x="3302508" y="10541"/>
                    <a:pt x="3303651" y="13208"/>
                  </a:cubicBezTo>
                  <a:cubicBezTo>
                    <a:pt x="3304794" y="15875"/>
                    <a:pt x="3305302" y="18542"/>
                    <a:pt x="3305302" y="21463"/>
                  </a:cubicBezTo>
                  <a:lnTo>
                    <a:pt x="3305302" y="1473962"/>
                  </a:lnTo>
                  <a:cubicBezTo>
                    <a:pt x="3305302" y="1476756"/>
                    <a:pt x="3304794" y="1479550"/>
                    <a:pt x="3303651" y="1482217"/>
                  </a:cubicBezTo>
                  <a:cubicBezTo>
                    <a:pt x="3302508" y="1484884"/>
                    <a:pt x="3300984" y="1487170"/>
                    <a:pt x="3298952" y="1489202"/>
                  </a:cubicBezTo>
                  <a:cubicBezTo>
                    <a:pt x="3296920" y="1491234"/>
                    <a:pt x="3294634" y="1492758"/>
                    <a:pt x="3291967" y="1493901"/>
                  </a:cubicBezTo>
                  <a:cubicBezTo>
                    <a:pt x="3289300" y="1495044"/>
                    <a:pt x="3286633" y="1495552"/>
                    <a:pt x="3283712" y="1495552"/>
                  </a:cubicBezTo>
                  <a:lnTo>
                    <a:pt x="21463" y="1495552"/>
                  </a:lnTo>
                  <a:cubicBezTo>
                    <a:pt x="18669" y="1495552"/>
                    <a:pt x="15875" y="1495044"/>
                    <a:pt x="13208" y="1493901"/>
                  </a:cubicBezTo>
                  <a:cubicBezTo>
                    <a:pt x="10541" y="1492758"/>
                    <a:pt x="8255" y="1491234"/>
                    <a:pt x="6223" y="1489202"/>
                  </a:cubicBezTo>
                  <a:cubicBezTo>
                    <a:pt x="4191" y="1487170"/>
                    <a:pt x="2667" y="1484884"/>
                    <a:pt x="1651" y="1482217"/>
                  </a:cubicBezTo>
                  <a:cubicBezTo>
                    <a:pt x="635" y="1479550"/>
                    <a:pt x="0" y="1476883"/>
                    <a:pt x="0" y="1473962"/>
                  </a:cubicBezTo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267081" y="331343"/>
              <a:ext cx="150114" cy="150114"/>
            </a:xfrm>
            <a:custGeom>
              <a:avLst/>
              <a:gdLst/>
              <a:ahLst/>
              <a:cxnLst/>
              <a:rect l="l" t="t" r="r" b="b"/>
              <a:pathLst>
                <a:path w="150114" h="150114">
                  <a:moveTo>
                    <a:pt x="21463" y="16129"/>
                  </a:moveTo>
                  <a:cubicBezTo>
                    <a:pt x="18542" y="16129"/>
                    <a:pt x="16129" y="18542"/>
                    <a:pt x="16129" y="21463"/>
                  </a:cubicBezTo>
                  <a:lnTo>
                    <a:pt x="16129" y="128651"/>
                  </a:lnTo>
                  <a:cubicBezTo>
                    <a:pt x="16129" y="131572"/>
                    <a:pt x="18542" y="133985"/>
                    <a:pt x="21463" y="133985"/>
                  </a:cubicBezTo>
                  <a:lnTo>
                    <a:pt x="96520" y="133985"/>
                  </a:lnTo>
                  <a:lnTo>
                    <a:pt x="96520" y="107188"/>
                  </a:lnTo>
                  <a:cubicBezTo>
                    <a:pt x="96520" y="101219"/>
                    <a:pt x="101346" y="96520"/>
                    <a:pt x="107188" y="96520"/>
                  </a:cubicBezTo>
                  <a:lnTo>
                    <a:pt x="133985" y="96520"/>
                  </a:lnTo>
                  <a:lnTo>
                    <a:pt x="133985" y="21463"/>
                  </a:lnTo>
                  <a:cubicBezTo>
                    <a:pt x="133985" y="18542"/>
                    <a:pt x="131572" y="16129"/>
                    <a:pt x="128651" y="16129"/>
                  </a:cubicBezTo>
                  <a:lnTo>
                    <a:pt x="21463" y="16129"/>
                  </a:lnTo>
                  <a:close/>
                  <a:moveTo>
                    <a:pt x="96520" y="150114"/>
                  </a:moveTo>
                  <a:lnTo>
                    <a:pt x="21463" y="150114"/>
                  </a:lnTo>
                  <a:cubicBezTo>
                    <a:pt x="9652" y="150114"/>
                    <a:pt x="0" y="140462"/>
                    <a:pt x="0" y="128651"/>
                  </a:cubicBezTo>
                  <a:lnTo>
                    <a:pt x="0" y="21463"/>
                  </a:lnTo>
                  <a:cubicBezTo>
                    <a:pt x="0" y="9652"/>
                    <a:pt x="9652" y="0"/>
                    <a:pt x="21463" y="0"/>
                  </a:cubicBezTo>
                  <a:lnTo>
                    <a:pt x="128651" y="0"/>
                  </a:lnTo>
                  <a:cubicBezTo>
                    <a:pt x="140462" y="0"/>
                    <a:pt x="150114" y="9652"/>
                    <a:pt x="150114" y="21463"/>
                  </a:cubicBezTo>
                  <a:lnTo>
                    <a:pt x="150114" y="96520"/>
                  </a:lnTo>
                  <a:lnTo>
                    <a:pt x="150114" y="98298"/>
                  </a:lnTo>
                  <a:cubicBezTo>
                    <a:pt x="150114" y="104013"/>
                    <a:pt x="147828" y="109474"/>
                    <a:pt x="143891" y="113538"/>
                  </a:cubicBezTo>
                  <a:lnTo>
                    <a:pt x="113538" y="143891"/>
                  </a:lnTo>
                  <a:cubicBezTo>
                    <a:pt x="109474" y="147955"/>
                    <a:pt x="104013" y="150114"/>
                    <a:pt x="98425" y="150114"/>
                  </a:cubicBezTo>
                  <a:lnTo>
                    <a:pt x="96520" y="150114"/>
                  </a:lnTo>
                </a:path>
              </a:pathLst>
            </a:custGeom>
            <a:solidFill>
              <a:srgbClr val="993600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00075" y="1458744"/>
            <a:ext cx="8027079" cy="620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From Papers to Biomedical Intelligence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69742" y="2485292"/>
            <a:ext cx="55759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30703" y="2485292"/>
            <a:ext cx="2031873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 dirty="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What </a:t>
            </a:r>
            <a:r>
              <a:rPr lang="en-US" sz="1771" dirty="0" err="1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WeStart</a:t>
            </a:r>
            <a:r>
              <a:rPr lang="en-US" sz="1771" dirty="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 With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52926" y="2968180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30703" y="4266467"/>
            <a:ext cx="2653941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What We Need to Produce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60946" y="4749356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04852" y="2939605"/>
            <a:ext cx="2980153" cy="114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Unstructured abstracts and full-text articles</a:t>
            </a:r>
          </a:p>
          <a:p>
            <a:pPr algn="l">
              <a:lnSpc>
                <a:spcPts val="3075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Free-form language, inconsistent </a:t>
            </a:r>
          </a:p>
          <a:p>
            <a:pPr algn="l">
              <a:lnSpc>
                <a:spcPts val="1274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terminology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04852" y="4720781"/>
            <a:ext cx="3072803" cy="1222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Identified entities, relations and claims</a:t>
            </a:r>
          </a:p>
          <a:p>
            <a:pPr algn="l">
              <a:lnSpc>
                <a:spcPts val="3075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Supporting evidence with provenance</a:t>
            </a:r>
          </a:p>
          <a:p>
            <a:pPr algn="l">
              <a:lnSpc>
                <a:spcPts val="2174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Cross-document knowledge connections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87916" y="6606731"/>
            <a:ext cx="2577017" cy="1080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useful biomedical AI system must convert literature into </a:t>
            </a:r>
            <a:r>
              <a:rPr lang="en-US" sz="135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machine-readable, evidence- grounded knowledge.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7352" y="5134289"/>
            <a:ext cx="574081" cy="574453"/>
            <a:chOff x="0" y="0"/>
            <a:chExt cx="574078" cy="574459"/>
          </a:xfrm>
        </p:grpSpPr>
        <p:sp>
          <p:nvSpPr>
            <p:cNvPr id="3" name="Freeform 3"/>
            <p:cNvSpPr/>
            <p:nvPr/>
          </p:nvSpPr>
          <p:spPr>
            <a:xfrm>
              <a:off x="128381" y="201201"/>
              <a:ext cx="86757" cy="72988"/>
            </a:xfrm>
            <a:custGeom>
              <a:avLst/>
              <a:gdLst/>
              <a:ahLst/>
              <a:cxnLst/>
              <a:rect l="l" t="t" r="r" b="b"/>
              <a:pathLst>
                <a:path w="86757" h="72988">
                  <a:moveTo>
                    <a:pt x="64151" y="60801"/>
                  </a:moveTo>
                  <a:cubicBezTo>
                    <a:pt x="67453" y="51276"/>
                    <a:pt x="68088" y="47339"/>
                    <a:pt x="68342" y="44545"/>
                  </a:cubicBezTo>
                  <a:lnTo>
                    <a:pt x="77740" y="45180"/>
                  </a:lnTo>
                  <a:lnTo>
                    <a:pt x="68342" y="45561"/>
                  </a:lnTo>
                  <a:cubicBezTo>
                    <a:pt x="68215" y="41751"/>
                    <a:pt x="67453" y="38322"/>
                    <a:pt x="66564" y="35147"/>
                  </a:cubicBezTo>
                  <a:lnTo>
                    <a:pt x="75581" y="32353"/>
                  </a:lnTo>
                  <a:lnTo>
                    <a:pt x="66945" y="36163"/>
                  </a:lnTo>
                  <a:cubicBezTo>
                    <a:pt x="65040" y="31972"/>
                    <a:pt x="63389" y="29305"/>
                    <a:pt x="60976" y="26384"/>
                  </a:cubicBezTo>
                  <a:lnTo>
                    <a:pt x="68215" y="20415"/>
                  </a:lnTo>
                  <a:lnTo>
                    <a:pt x="61738" y="27273"/>
                  </a:lnTo>
                  <a:cubicBezTo>
                    <a:pt x="59325" y="24987"/>
                    <a:pt x="55896" y="22574"/>
                    <a:pt x="53737" y="21431"/>
                  </a:cubicBezTo>
                  <a:lnTo>
                    <a:pt x="58309" y="13176"/>
                  </a:lnTo>
                  <a:lnTo>
                    <a:pt x="54880" y="21939"/>
                  </a:lnTo>
                  <a:cubicBezTo>
                    <a:pt x="50562" y="20288"/>
                    <a:pt x="47133" y="19399"/>
                    <a:pt x="43196" y="18891"/>
                  </a:cubicBezTo>
                  <a:lnTo>
                    <a:pt x="44339" y="9493"/>
                  </a:lnTo>
                  <a:lnTo>
                    <a:pt x="45609" y="18891"/>
                  </a:lnTo>
                  <a:cubicBezTo>
                    <a:pt x="37989" y="19907"/>
                    <a:pt x="33417" y="21431"/>
                    <a:pt x="30877" y="22701"/>
                  </a:cubicBezTo>
                  <a:lnTo>
                    <a:pt x="26813" y="14192"/>
                  </a:lnTo>
                  <a:lnTo>
                    <a:pt x="31893" y="22066"/>
                  </a:lnTo>
                  <a:cubicBezTo>
                    <a:pt x="28972" y="23971"/>
                    <a:pt x="26051" y="26384"/>
                    <a:pt x="23511" y="29178"/>
                  </a:cubicBezTo>
                  <a:lnTo>
                    <a:pt x="16526" y="22828"/>
                  </a:lnTo>
                  <a:lnTo>
                    <a:pt x="24273" y="28162"/>
                  </a:lnTo>
                  <a:cubicBezTo>
                    <a:pt x="22241" y="31210"/>
                    <a:pt x="20717" y="34258"/>
                    <a:pt x="19701" y="37052"/>
                  </a:cubicBezTo>
                  <a:lnTo>
                    <a:pt x="10811" y="33877"/>
                  </a:lnTo>
                  <a:lnTo>
                    <a:pt x="19955" y="35909"/>
                  </a:lnTo>
                  <a:cubicBezTo>
                    <a:pt x="19320" y="38957"/>
                    <a:pt x="18812" y="43656"/>
                    <a:pt x="18939" y="46450"/>
                  </a:cubicBezTo>
                  <a:lnTo>
                    <a:pt x="9541" y="46831"/>
                  </a:lnTo>
                  <a:lnTo>
                    <a:pt x="18812" y="45307"/>
                  </a:lnTo>
                  <a:cubicBezTo>
                    <a:pt x="19320" y="48228"/>
                    <a:pt x="20463" y="52673"/>
                    <a:pt x="23130" y="60166"/>
                  </a:cubicBezTo>
                  <a:cubicBezTo>
                    <a:pt x="24908" y="65119"/>
                    <a:pt x="22368" y="70453"/>
                    <a:pt x="17415" y="72231"/>
                  </a:cubicBezTo>
                  <a:cubicBezTo>
                    <a:pt x="12462" y="74009"/>
                    <a:pt x="7128" y="71469"/>
                    <a:pt x="5350" y="66516"/>
                  </a:cubicBezTo>
                  <a:cubicBezTo>
                    <a:pt x="2556" y="58769"/>
                    <a:pt x="905" y="52927"/>
                    <a:pt x="143" y="48355"/>
                  </a:cubicBezTo>
                  <a:cubicBezTo>
                    <a:pt x="143" y="47974"/>
                    <a:pt x="16" y="47593"/>
                    <a:pt x="16" y="47212"/>
                  </a:cubicBezTo>
                  <a:cubicBezTo>
                    <a:pt x="-111" y="42513"/>
                    <a:pt x="524" y="36163"/>
                    <a:pt x="1540" y="31718"/>
                  </a:cubicBezTo>
                  <a:cubicBezTo>
                    <a:pt x="1667" y="31337"/>
                    <a:pt x="1667" y="30956"/>
                    <a:pt x="1794" y="30702"/>
                  </a:cubicBezTo>
                  <a:cubicBezTo>
                    <a:pt x="3445" y="26257"/>
                    <a:pt x="5604" y="21812"/>
                    <a:pt x="8652" y="17494"/>
                  </a:cubicBezTo>
                  <a:cubicBezTo>
                    <a:pt x="8906" y="17113"/>
                    <a:pt x="9160" y="16859"/>
                    <a:pt x="9414" y="16478"/>
                  </a:cubicBezTo>
                  <a:cubicBezTo>
                    <a:pt x="13097" y="12414"/>
                    <a:pt x="17288" y="8858"/>
                    <a:pt x="21606" y="6064"/>
                  </a:cubicBezTo>
                  <a:cubicBezTo>
                    <a:pt x="21987" y="5810"/>
                    <a:pt x="22241" y="5683"/>
                    <a:pt x="22622" y="5556"/>
                  </a:cubicBezTo>
                  <a:cubicBezTo>
                    <a:pt x="27321" y="3270"/>
                    <a:pt x="33925" y="1238"/>
                    <a:pt x="43069" y="95"/>
                  </a:cubicBezTo>
                  <a:cubicBezTo>
                    <a:pt x="43831" y="-32"/>
                    <a:pt x="44593" y="-32"/>
                    <a:pt x="45355" y="95"/>
                  </a:cubicBezTo>
                  <a:cubicBezTo>
                    <a:pt x="51070" y="730"/>
                    <a:pt x="56023" y="2127"/>
                    <a:pt x="61611" y="4286"/>
                  </a:cubicBezTo>
                  <a:cubicBezTo>
                    <a:pt x="61992" y="4413"/>
                    <a:pt x="62373" y="4667"/>
                    <a:pt x="62754" y="4794"/>
                  </a:cubicBezTo>
                  <a:cubicBezTo>
                    <a:pt x="66183" y="6699"/>
                    <a:pt x="70882" y="10001"/>
                    <a:pt x="74438" y="13430"/>
                  </a:cubicBezTo>
                  <a:cubicBezTo>
                    <a:pt x="74692" y="13684"/>
                    <a:pt x="75073" y="14065"/>
                    <a:pt x="75327" y="14319"/>
                  </a:cubicBezTo>
                  <a:cubicBezTo>
                    <a:pt x="78883" y="18637"/>
                    <a:pt x="81296" y="22701"/>
                    <a:pt x="83836" y="28289"/>
                  </a:cubicBezTo>
                  <a:cubicBezTo>
                    <a:pt x="83963" y="28670"/>
                    <a:pt x="84090" y="29051"/>
                    <a:pt x="84217" y="29432"/>
                  </a:cubicBezTo>
                  <a:cubicBezTo>
                    <a:pt x="85614" y="33877"/>
                    <a:pt x="86503" y="38957"/>
                    <a:pt x="86757" y="44418"/>
                  </a:cubicBezTo>
                  <a:cubicBezTo>
                    <a:pt x="86757" y="44799"/>
                    <a:pt x="86757" y="45053"/>
                    <a:pt x="86757" y="45434"/>
                  </a:cubicBezTo>
                  <a:cubicBezTo>
                    <a:pt x="86376" y="50641"/>
                    <a:pt x="85233" y="56356"/>
                    <a:pt x="81550" y="66643"/>
                  </a:cubicBezTo>
                  <a:cubicBezTo>
                    <a:pt x="79772" y="71596"/>
                    <a:pt x="74438" y="74136"/>
                    <a:pt x="69612" y="72485"/>
                  </a:cubicBezTo>
                  <a:cubicBezTo>
                    <a:pt x="64786" y="70834"/>
                    <a:pt x="62119" y="65373"/>
                    <a:pt x="63770" y="60547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4" name="Freeform 4"/>
            <p:cNvSpPr/>
            <p:nvPr/>
          </p:nvSpPr>
          <p:spPr>
            <a:xfrm>
              <a:off x="256124" y="128144"/>
              <a:ext cx="72043" cy="86670"/>
            </a:xfrm>
            <a:custGeom>
              <a:avLst/>
              <a:gdLst/>
              <a:ahLst/>
              <a:cxnLst/>
              <a:rect l="l" t="t" r="r" b="b"/>
              <a:pathLst>
                <a:path w="72043" h="86670">
                  <a:moveTo>
                    <a:pt x="7274" y="3937"/>
                  </a:moveTo>
                  <a:cubicBezTo>
                    <a:pt x="18704" y="1016"/>
                    <a:pt x="23276" y="127"/>
                    <a:pt x="27975" y="0"/>
                  </a:cubicBezTo>
                  <a:cubicBezTo>
                    <a:pt x="28356" y="0"/>
                    <a:pt x="28610" y="0"/>
                    <a:pt x="28991" y="0"/>
                  </a:cubicBezTo>
                  <a:cubicBezTo>
                    <a:pt x="33563" y="254"/>
                    <a:pt x="40040" y="1524"/>
                    <a:pt x="44611" y="3048"/>
                  </a:cubicBezTo>
                  <a:cubicBezTo>
                    <a:pt x="44992" y="3175"/>
                    <a:pt x="45373" y="3302"/>
                    <a:pt x="45627" y="3429"/>
                  </a:cubicBezTo>
                  <a:cubicBezTo>
                    <a:pt x="50199" y="5588"/>
                    <a:pt x="54771" y="8636"/>
                    <a:pt x="58962" y="12192"/>
                  </a:cubicBezTo>
                  <a:cubicBezTo>
                    <a:pt x="59343" y="12446"/>
                    <a:pt x="59597" y="12827"/>
                    <a:pt x="59851" y="13081"/>
                  </a:cubicBezTo>
                  <a:cubicBezTo>
                    <a:pt x="63407" y="17145"/>
                    <a:pt x="66455" y="21717"/>
                    <a:pt x="68614" y="26289"/>
                  </a:cubicBezTo>
                  <a:cubicBezTo>
                    <a:pt x="68741" y="26670"/>
                    <a:pt x="68995" y="27051"/>
                    <a:pt x="69122" y="27432"/>
                  </a:cubicBezTo>
                  <a:cubicBezTo>
                    <a:pt x="70646" y="32131"/>
                    <a:pt x="71662" y="36703"/>
                    <a:pt x="72043" y="43180"/>
                  </a:cubicBezTo>
                  <a:cubicBezTo>
                    <a:pt x="72043" y="43688"/>
                    <a:pt x="72043" y="44069"/>
                    <a:pt x="72043" y="44577"/>
                  </a:cubicBezTo>
                  <a:cubicBezTo>
                    <a:pt x="71535" y="51054"/>
                    <a:pt x="70392" y="55753"/>
                    <a:pt x="68614" y="60579"/>
                  </a:cubicBezTo>
                  <a:cubicBezTo>
                    <a:pt x="68487" y="60960"/>
                    <a:pt x="68360" y="61341"/>
                    <a:pt x="68106" y="61722"/>
                  </a:cubicBezTo>
                  <a:cubicBezTo>
                    <a:pt x="65566" y="66675"/>
                    <a:pt x="60359" y="73279"/>
                    <a:pt x="55660" y="77343"/>
                  </a:cubicBezTo>
                  <a:cubicBezTo>
                    <a:pt x="55279" y="77597"/>
                    <a:pt x="55025" y="77851"/>
                    <a:pt x="54644" y="78105"/>
                  </a:cubicBezTo>
                  <a:cubicBezTo>
                    <a:pt x="50072" y="81153"/>
                    <a:pt x="45627" y="83439"/>
                    <a:pt x="40929" y="84963"/>
                  </a:cubicBezTo>
                  <a:cubicBezTo>
                    <a:pt x="40548" y="85090"/>
                    <a:pt x="40167" y="85217"/>
                    <a:pt x="39786" y="85217"/>
                  </a:cubicBezTo>
                  <a:cubicBezTo>
                    <a:pt x="35214" y="86233"/>
                    <a:pt x="28737" y="86868"/>
                    <a:pt x="23911" y="86614"/>
                  </a:cubicBezTo>
                  <a:cubicBezTo>
                    <a:pt x="23530" y="86614"/>
                    <a:pt x="23149" y="86487"/>
                    <a:pt x="22768" y="86487"/>
                  </a:cubicBezTo>
                  <a:cubicBezTo>
                    <a:pt x="19593" y="85852"/>
                    <a:pt x="14132" y="84455"/>
                    <a:pt x="6766" y="82296"/>
                  </a:cubicBezTo>
                  <a:cubicBezTo>
                    <a:pt x="1813" y="80772"/>
                    <a:pt x="-1108" y="75565"/>
                    <a:pt x="416" y="70612"/>
                  </a:cubicBezTo>
                  <a:cubicBezTo>
                    <a:pt x="1940" y="65659"/>
                    <a:pt x="7147" y="62738"/>
                    <a:pt x="12100" y="64262"/>
                  </a:cubicBezTo>
                  <a:cubicBezTo>
                    <a:pt x="19720" y="66548"/>
                    <a:pt x="24165" y="67691"/>
                    <a:pt x="26197" y="68072"/>
                  </a:cubicBezTo>
                  <a:lnTo>
                    <a:pt x="24546" y="77343"/>
                  </a:lnTo>
                  <a:lnTo>
                    <a:pt x="25054" y="67945"/>
                  </a:lnTo>
                  <a:cubicBezTo>
                    <a:pt x="27848" y="68072"/>
                    <a:pt x="32674" y="67691"/>
                    <a:pt x="35849" y="66929"/>
                  </a:cubicBezTo>
                  <a:lnTo>
                    <a:pt x="37881" y="76073"/>
                  </a:lnTo>
                  <a:lnTo>
                    <a:pt x="34833" y="67183"/>
                  </a:lnTo>
                  <a:cubicBezTo>
                    <a:pt x="37881" y="66167"/>
                    <a:pt x="40929" y="64643"/>
                    <a:pt x="44230" y="62484"/>
                  </a:cubicBezTo>
                  <a:lnTo>
                    <a:pt x="49437" y="70358"/>
                  </a:lnTo>
                  <a:lnTo>
                    <a:pt x="43215" y="63373"/>
                  </a:lnTo>
                  <a:cubicBezTo>
                    <a:pt x="46262" y="60579"/>
                    <a:pt x="50072" y="55753"/>
                    <a:pt x="51469" y="53086"/>
                  </a:cubicBezTo>
                  <a:lnTo>
                    <a:pt x="59851" y="57404"/>
                  </a:lnTo>
                  <a:lnTo>
                    <a:pt x="50961" y="54229"/>
                  </a:lnTo>
                  <a:cubicBezTo>
                    <a:pt x="52104" y="51054"/>
                    <a:pt x="52866" y="48006"/>
                    <a:pt x="53247" y="43053"/>
                  </a:cubicBezTo>
                  <a:lnTo>
                    <a:pt x="62645" y="43815"/>
                  </a:lnTo>
                  <a:lnTo>
                    <a:pt x="53247" y="44450"/>
                  </a:lnTo>
                  <a:cubicBezTo>
                    <a:pt x="52866" y="39370"/>
                    <a:pt x="52232" y="36449"/>
                    <a:pt x="51342" y="33528"/>
                  </a:cubicBezTo>
                  <a:lnTo>
                    <a:pt x="60232" y="30480"/>
                  </a:lnTo>
                  <a:lnTo>
                    <a:pt x="51723" y="34671"/>
                  </a:lnTo>
                  <a:cubicBezTo>
                    <a:pt x="50199" y="31623"/>
                    <a:pt x="48167" y="28448"/>
                    <a:pt x="45627" y="25654"/>
                  </a:cubicBezTo>
                  <a:lnTo>
                    <a:pt x="52739" y="19431"/>
                  </a:lnTo>
                  <a:lnTo>
                    <a:pt x="46643" y="26543"/>
                  </a:lnTo>
                  <a:cubicBezTo>
                    <a:pt x="43596" y="24003"/>
                    <a:pt x="40421" y="21971"/>
                    <a:pt x="37500" y="20447"/>
                  </a:cubicBezTo>
                  <a:lnTo>
                    <a:pt x="41564" y="11938"/>
                  </a:lnTo>
                  <a:lnTo>
                    <a:pt x="38643" y="20828"/>
                  </a:lnTo>
                  <a:cubicBezTo>
                    <a:pt x="35722" y="19812"/>
                    <a:pt x="30769" y="18923"/>
                    <a:pt x="27848" y="18796"/>
                  </a:cubicBezTo>
                  <a:lnTo>
                    <a:pt x="28356" y="9398"/>
                  </a:lnTo>
                  <a:lnTo>
                    <a:pt x="28737" y="18796"/>
                  </a:lnTo>
                  <a:cubicBezTo>
                    <a:pt x="26070" y="18923"/>
                    <a:pt x="23022" y="19304"/>
                    <a:pt x="11719" y="22225"/>
                  </a:cubicBezTo>
                  <a:cubicBezTo>
                    <a:pt x="6639" y="23495"/>
                    <a:pt x="1559" y="20447"/>
                    <a:pt x="289" y="15494"/>
                  </a:cubicBezTo>
                  <a:cubicBezTo>
                    <a:pt x="-981" y="10541"/>
                    <a:pt x="2067" y="5334"/>
                    <a:pt x="7020" y="4064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5" name="Freeform 5"/>
            <p:cNvSpPr/>
            <p:nvPr/>
          </p:nvSpPr>
          <p:spPr>
            <a:xfrm>
              <a:off x="277876" y="279670"/>
              <a:ext cx="232584" cy="231393"/>
            </a:xfrm>
            <a:custGeom>
              <a:avLst/>
              <a:gdLst/>
              <a:ahLst/>
              <a:cxnLst/>
              <a:rect l="l" t="t" r="r" b="b"/>
              <a:pathLst>
                <a:path w="232584" h="231393">
                  <a:moveTo>
                    <a:pt x="172592" y="217283"/>
                  </a:moveTo>
                  <a:cubicBezTo>
                    <a:pt x="162559" y="222236"/>
                    <a:pt x="153288" y="225792"/>
                    <a:pt x="142874" y="228586"/>
                  </a:cubicBezTo>
                  <a:cubicBezTo>
                    <a:pt x="142620" y="228713"/>
                    <a:pt x="142239" y="228713"/>
                    <a:pt x="141985" y="228840"/>
                  </a:cubicBezTo>
                  <a:cubicBezTo>
                    <a:pt x="131063" y="230745"/>
                    <a:pt x="122300" y="231507"/>
                    <a:pt x="109346" y="231380"/>
                  </a:cubicBezTo>
                  <a:cubicBezTo>
                    <a:pt x="108965" y="231380"/>
                    <a:pt x="108711" y="231380"/>
                    <a:pt x="108330" y="231380"/>
                  </a:cubicBezTo>
                  <a:cubicBezTo>
                    <a:pt x="97408" y="230110"/>
                    <a:pt x="86359" y="227697"/>
                    <a:pt x="76199" y="224522"/>
                  </a:cubicBezTo>
                  <a:cubicBezTo>
                    <a:pt x="75945" y="224395"/>
                    <a:pt x="75691" y="224268"/>
                    <a:pt x="75310" y="224141"/>
                  </a:cubicBezTo>
                  <a:cubicBezTo>
                    <a:pt x="64769" y="219569"/>
                    <a:pt x="55371" y="214362"/>
                    <a:pt x="46100" y="208012"/>
                  </a:cubicBezTo>
                  <a:cubicBezTo>
                    <a:pt x="45846" y="207885"/>
                    <a:pt x="45592" y="207631"/>
                    <a:pt x="45338" y="207504"/>
                  </a:cubicBezTo>
                  <a:cubicBezTo>
                    <a:pt x="37338" y="200773"/>
                    <a:pt x="29845" y="193280"/>
                    <a:pt x="21971" y="183628"/>
                  </a:cubicBezTo>
                  <a:cubicBezTo>
                    <a:pt x="21717" y="183374"/>
                    <a:pt x="21590" y="183120"/>
                    <a:pt x="21463" y="182866"/>
                  </a:cubicBezTo>
                  <a:cubicBezTo>
                    <a:pt x="15875" y="174484"/>
                    <a:pt x="10414" y="163943"/>
                    <a:pt x="6477" y="154164"/>
                  </a:cubicBezTo>
                  <a:cubicBezTo>
                    <a:pt x="6350" y="153910"/>
                    <a:pt x="6223" y="153529"/>
                    <a:pt x="6223" y="153275"/>
                  </a:cubicBezTo>
                  <a:cubicBezTo>
                    <a:pt x="3302" y="143242"/>
                    <a:pt x="1016" y="131050"/>
                    <a:pt x="0" y="119620"/>
                  </a:cubicBezTo>
                  <a:cubicBezTo>
                    <a:pt x="0" y="119366"/>
                    <a:pt x="0" y="118985"/>
                    <a:pt x="0" y="118731"/>
                  </a:cubicBezTo>
                  <a:cubicBezTo>
                    <a:pt x="127" y="106920"/>
                    <a:pt x="1397" y="96125"/>
                    <a:pt x="3429" y="85965"/>
                  </a:cubicBezTo>
                  <a:cubicBezTo>
                    <a:pt x="3429" y="85711"/>
                    <a:pt x="3556" y="85330"/>
                    <a:pt x="3683" y="85076"/>
                  </a:cubicBezTo>
                  <a:cubicBezTo>
                    <a:pt x="7112" y="74026"/>
                    <a:pt x="10922" y="65009"/>
                    <a:pt x="16637" y="54595"/>
                  </a:cubicBezTo>
                  <a:cubicBezTo>
                    <a:pt x="16764" y="54341"/>
                    <a:pt x="17018" y="53960"/>
                    <a:pt x="17145" y="53706"/>
                  </a:cubicBezTo>
                  <a:cubicBezTo>
                    <a:pt x="23241" y="45070"/>
                    <a:pt x="30480" y="36434"/>
                    <a:pt x="38607" y="28560"/>
                  </a:cubicBezTo>
                  <a:cubicBezTo>
                    <a:pt x="38861" y="28306"/>
                    <a:pt x="38988" y="28179"/>
                    <a:pt x="39242" y="28052"/>
                  </a:cubicBezTo>
                  <a:cubicBezTo>
                    <a:pt x="46608" y="22210"/>
                    <a:pt x="56641" y="15606"/>
                    <a:pt x="66801" y="10399"/>
                  </a:cubicBezTo>
                  <a:cubicBezTo>
                    <a:pt x="67055" y="10272"/>
                    <a:pt x="67309" y="10145"/>
                    <a:pt x="67563" y="10018"/>
                  </a:cubicBezTo>
                  <a:cubicBezTo>
                    <a:pt x="77596" y="5954"/>
                    <a:pt x="88264" y="2906"/>
                    <a:pt x="98678" y="874"/>
                  </a:cubicBezTo>
                  <a:cubicBezTo>
                    <a:pt x="98932" y="874"/>
                    <a:pt x="99313" y="747"/>
                    <a:pt x="99567" y="747"/>
                  </a:cubicBezTo>
                  <a:cubicBezTo>
                    <a:pt x="111124" y="-269"/>
                    <a:pt x="122427" y="-269"/>
                    <a:pt x="132968" y="874"/>
                  </a:cubicBezTo>
                  <a:cubicBezTo>
                    <a:pt x="133222" y="874"/>
                    <a:pt x="133603" y="1001"/>
                    <a:pt x="133857" y="1001"/>
                  </a:cubicBezTo>
                  <a:cubicBezTo>
                    <a:pt x="145795" y="3414"/>
                    <a:pt x="156717" y="6843"/>
                    <a:pt x="167004" y="11034"/>
                  </a:cubicBezTo>
                  <a:cubicBezTo>
                    <a:pt x="167258" y="11161"/>
                    <a:pt x="167512" y="11288"/>
                    <a:pt x="167766" y="11415"/>
                  </a:cubicBezTo>
                  <a:cubicBezTo>
                    <a:pt x="177545" y="16622"/>
                    <a:pt x="186816" y="22845"/>
                    <a:pt x="195452" y="29957"/>
                  </a:cubicBezTo>
                  <a:cubicBezTo>
                    <a:pt x="195706" y="30211"/>
                    <a:pt x="195960" y="30338"/>
                    <a:pt x="196214" y="30592"/>
                  </a:cubicBezTo>
                  <a:cubicBezTo>
                    <a:pt x="203834" y="38339"/>
                    <a:pt x="210438" y="46340"/>
                    <a:pt x="217169" y="56754"/>
                  </a:cubicBezTo>
                  <a:cubicBezTo>
                    <a:pt x="217423" y="57008"/>
                    <a:pt x="217550" y="57389"/>
                    <a:pt x="217677" y="57643"/>
                  </a:cubicBezTo>
                  <a:cubicBezTo>
                    <a:pt x="223138" y="68438"/>
                    <a:pt x="227075" y="78852"/>
                    <a:pt x="229996" y="89902"/>
                  </a:cubicBezTo>
                  <a:cubicBezTo>
                    <a:pt x="230123" y="90156"/>
                    <a:pt x="230123" y="90537"/>
                    <a:pt x="230250" y="90791"/>
                  </a:cubicBezTo>
                  <a:cubicBezTo>
                    <a:pt x="232028" y="101713"/>
                    <a:pt x="232790" y="112381"/>
                    <a:pt x="232536" y="124827"/>
                  </a:cubicBezTo>
                  <a:cubicBezTo>
                    <a:pt x="232536" y="125208"/>
                    <a:pt x="232536" y="125462"/>
                    <a:pt x="232409" y="125843"/>
                  </a:cubicBezTo>
                  <a:cubicBezTo>
                    <a:pt x="231012" y="137019"/>
                    <a:pt x="228599" y="147179"/>
                    <a:pt x="225170" y="157593"/>
                  </a:cubicBezTo>
                  <a:cubicBezTo>
                    <a:pt x="225043" y="157847"/>
                    <a:pt x="224916" y="158228"/>
                    <a:pt x="224789" y="158482"/>
                  </a:cubicBezTo>
                  <a:cubicBezTo>
                    <a:pt x="220344" y="168261"/>
                    <a:pt x="214756" y="178040"/>
                    <a:pt x="208787" y="186549"/>
                  </a:cubicBezTo>
                  <a:cubicBezTo>
                    <a:pt x="208660" y="186803"/>
                    <a:pt x="208406" y="187057"/>
                    <a:pt x="208279" y="187184"/>
                  </a:cubicBezTo>
                  <a:cubicBezTo>
                    <a:pt x="200786" y="195820"/>
                    <a:pt x="193420" y="202932"/>
                    <a:pt x="183768" y="210552"/>
                  </a:cubicBezTo>
                  <a:cubicBezTo>
                    <a:pt x="183514" y="210806"/>
                    <a:pt x="183260" y="210933"/>
                    <a:pt x="183006" y="211060"/>
                  </a:cubicBezTo>
                  <a:lnTo>
                    <a:pt x="173481" y="217029"/>
                  </a:lnTo>
                  <a:cubicBezTo>
                    <a:pt x="169036" y="219823"/>
                    <a:pt x="163321" y="218426"/>
                    <a:pt x="160527" y="213981"/>
                  </a:cubicBezTo>
                  <a:cubicBezTo>
                    <a:pt x="157733" y="209536"/>
                    <a:pt x="159130" y="203821"/>
                    <a:pt x="163575" y="201027"/>
                  </a:cubicBezTo>
                  <a:lnTo>
                    <a:pt x="173100" y="195058"/>
                  </a:lnTo>
                  <a:lnTo>
                    <a:pt x="178053" y="203059"/>
                  </a:lnTo>
                  <a:lnTo>
                    <a:pt x="172211" y="195693"/>
                  </a:lnTo>
                  <a:cubicBezTo>
                    <a:pt x="180974" y="188835"/>
                    <a:pt x="187451" y="182612"/>
                    <a:pt x="194055" y="174992"/>
                  </a:cubicBezTo>
                  <a:lnTo>
                    <a:pt x="201167" y="181088"/>
                  </a:lnTo>
                  <a:lnTo>
                    <a:pt x="193547" y="175627"/>
                  </a:lnTo>
                  <a:cubicBezTo>
                    <a:pt x="198881" y="168134"/>
                    <a:pt x="203834" y="159498"/>
                    <a:pt x="207771" y="150735"/>
                  </a:cubicBezTo>
                  <a:lnTo>
                    <a:pt x="216407" y="154545"/>
                  </a:lnTo>
                  <a:lnTo>
                    <a:pt x="207517" y="151624"/>
                  </a:lnTo>
                  <a:cubicBezTo>
                    <a:pt x="210565" y="142353"/>
                    <a:pt x="212724" y="133463"/>
                    <a:pt x="213994" y="123430"/>
                  </a:cubicBezTo>
                  <a:lnTo>
                    <a:pt x="223392" y="124573"/>
                  </a:lnTo>
                  <a:lnTo>
                    <a:pt x="213994" y="124319"/>
                  </a:lnTo>
                  <a:cubicBezTo>
                    <a:pt x="214248" y="113016"/>
                    <a:pt x="213613" y="103618"/>
                    <a:pt x="211962" y="93966"/>
                  </a:cubicBezTo>
                  <a:lnTo>
                    <a:pt x="221233" y="92442"/>
                  </a:lnTo>
                  <a:lnTo>
                    <a:pt x="212089" y="94855"/>
                  </a:lnTo>
                  <a:cubicBezTo>
                    <a:pt x="209422" y="85203"/>
                    <a:pt x="205993" y="75804"/>
                    <a:pt x="201040" y="66152"/>
                  </a:cubicBezTo>
                  <a:lnTo>
                    <a:pt x="209422" y="61961"/>
                  </a:lnTo>
                  <a:lnTo>
                    <a:pt x="201548" y="67041"/>
                  </a:lnTo>
                  <a:cubicBezTo>
                    <a:pt x="195452" y="57643"/>
                    <a:pt x="189737" y="50658"/>
                    <a:pt x="183006" y="43927"/>
                  </a:cubicBezTo>
                  <a:lnTo>
                    <a:pt x="189737" y="37323"/>
                  </a:lnTo>
                  <a:lnTo>
                    <a:pt x="183768" y="44562"/>
                  </a:lnTo>
                  <a:cubicBezTo>
                    <a:pt x="176021" y="38212"/>
                    <a:pt x="167893" y="32751"/>
                    <a:pt x="159130" y="28179"/>
                  </a:cubicBezTo>
                  <a:lnTo>
                    <a:pt x="163575" y="19924"/>
                  </a:lnTo>
                  <a:lnTo>
                    <a:pt x="159892" y="28560"/>
                  </a:lnTo>
                  <a:cubicBezTo>
                    <a:pt x="150748" y="24750"/>
                    <a:pt x="141096" y="21702"/>
                    <a:pt x="130301" y="19543"/>
                  </a:cubicBezTo>
                  <a:lnTo>
                    <a:pt x="132206" y="10272"/>
                  </a:lnTo>
                  <a:lnTo>
                    <a:pt x="131190" y="19670"/>
                  </a:lnTo>
                  <a:cubicBezTo>
                    <a:pt x="121792" y="18654"/>
                    <a:pt x="111759" y="18654"/>
                    <a:pt x="101345" y="19543"/>
                  </a:cubicBezTo>
                  <a:lnTo>
                    <a:pt x="100456" y="10145"/>
                  </a:lnTo>
                  <a:lnTo>
                    <a:pt x="102234" y="19416"/>
                  </a:lnTo>
                  <a:cubicBezTo>
                    <a:pt x="92963" y="21194"/>
                    <a:pt x="83438" y="23988"/>
                    <a:pt x="74548" y="27544"/>
                  </a:cubicBezTo>
                  <a:lnTo>
                    <a:pt x="70992" y="18781"/>
                  </a:lnTo>
                  <a:lnTo>
                    <a:pt x="75310" y="27163"/>
                  </a:lnTo>
                  <a:cubicBezTo>
                    <a:pt x="66166" y="31862"/>
                    <a:pt x="57276" y="37704"/>
                    <a:pt x="50926" y="42784"/>
                  </a:cubicBezTo>
                  <a:lnTo>
                    <a:pt x="45084" y="35418"/>
                  </a:lnTo>
                  <a:lnTo>
                    <a:pt x="51561" y="42149"/>
                  </a:lnTo>
                  <a:cubicBezTo>
                    <a:pt x="44323" y="49134"/>
                    <a:pt x="37845" y="56881"/>
                    <a:pt x="32385" y="64501"/>
                  </a:cubicBezTo>
                  <a:lnTo>
                    <a:pt x="24638" y="59167"/>
                  </a:lnTo>
                  <a:lnTo>
                    <a:pt x="32893" y="63739"/>
                  </a:lnTo>
                  <a:cubicBezTo>
                    <a:pt x="27813" y="73010"/>
                    <a:pt x="24511" y="80885"/>
                    <a:pt x="21463" y="90791"/>
                  </a:cubicBezTo>
                  <a:lnTo>
                    <a:pt x="12446" y="87997"/>
                  </a:lnTo>
                  <a:lnTo>
                    <a:pt x="21717" y="89902"/>
                  </a:lnTo>
                  <a:cubicBezTo>
                    <a:pt x="19939" y="98665"/>
                    <a:pt x="18796" y="108317"/>
                    <a:pt x="18669" y="118985"/>
                  </a:cubicBezTo>
                  <a:lnTo>
                    <a:pt x="9271" y="118858"/>
                  </a:lnTo>
                  <a:lnTo>
                    <a:pt x="18669" y="118096"/>
                  </a:lnTo>
                  <a:cubicBezTo>
                    <a:pt x="19558" y="128383"/>
                    <a:pt x="21590" y="139305"/>
                    <a:pt x="24257" y="148068"/>
                  </a:cubicBezTo>
                  <a:lnTo>
                    <a:pt x="15240" y="150735"/>
                  </a:lnTo>
                  <a:lnTo>
                    <a:pt x="24003" y="147179"/>
                  </a:lnTo>
                  <a:cubicBezTo>
                    <a:pt x="27432" y="155815"/>
                    <a:pt x="32385" y="165086"/>
                    <a:pt x="37210" y="172452"/>
                  </a:cubicBezTo>
                  <a:lnTo>
                    <a:pt x="29337" y="177659"/>
                  </a:lnTo>
                  <a:lnTo>
                    <a:pt x="36576" y="171690"/>
                  </a:lnTo>
                  <a:cubicBezTo>
                    <a:pt x="43814" y="180453"/>
                    <a:pt x="50418" y="187184"/>
                    <a:pt x="57403" y="193026"/>
                  </a:cubicBezTo>
                  <a:lnTo>
                    <a:pt x="51307" y="200265"/>
                  </a:lnTo>
                  <a:lnTo>
                    <a:pt x="56641" y="192518"/>
                  </a:lnTo>
                  <a:cubicBezTo>
                    <a:pt x="64896" y="198233"/>
                    <a:pt x="73278" y="202805"/>
                    <a:pt x="82676" y="206869"/>
                  </a:cubicBezTo>
                  <a:lnTo>
                    <a:pt x="78993" y="215505"/>
                  </a:lnTo>
                  <a:lnTo>
                    <a:pt x="81914" y="206488"/>
                  </a:lnTo>
                  <a:cubicBezTo>
                    <a:pt x="90931" y="209409"/>
                    <a:pt x="100710" y="211441"/>
                    <a:pt x="110489" y="212584"/>
                  </a:cubicBezTo>
                  <a:lnTo>
                    <a:pt x="109473" y="221982"/>
                  </a:lnTo>
                  <a:lnTo>
                    <a:pt x="109600" y="212584"/>
                  </a:lnTo>
                  <a:cubicBezTo>
                    <a:pt x="121538" y="212711"/>
                    <a:pt x="129158" y="212076"/>
                    <a:pt x="138810" y="210425"/>
                  </a:cubicBezTo>
                  <a:lnTo>
                    <a:pt x="140461" y="219696"/>
                  </a:lnTo>
                  <a:lnTo>
                    <a:pt x="137921" y="210679"/>
                  </a:lnTo>
                  <a:cubicBezTo>
                    <a:pt x="147065" y="208139"/>
                    <a:pt x="155320" y="204964"/>
                    <a:pt x="164210" y="200646"/>
                  </a:cubicBezTo>
                  <a:cubicBezTo>
                    <a:pt x="168909" y="198360"/>
                    <a:pt x="174497" y="200265"/>
                    <a:pt x="176783" y="204964"/>
                  </a:cubicBezTo>
                  <a:cubicBezTo>
                    <a:pt x="179069" y="209663"/>
                    <a:pt x="177164" y="215251"/>
                    <a:pt x="172465" y="217537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Freeform 6"/>
            <p:cNvSpPr/>
            <p:nvPr/>
          </p:nvSpPr>
          <p:spPr>
            <a:xfrm>
              <a:off x="63500" y="63616"/>
              <a:ext cx="42937" cy="53225"/>
            </a:xfrm>
            <a:custGeom>
              <a:avLst/>
              <a:gdLst/>
              <a:ahLst/>
              <a:cxnLst/>
              <a:rect l="l" t="t" r="r" b="b"/>
              <a:pathLst>
                <a:path w="42937" h="53225">
                  <a:moveTo>
                    <a:pt x="34163" y="19061"/>
                  </a:moveTo>
                  <a:cubicBezTo>
                    <a:pt x="31496" y="19188"/>
                    <a:pt x="29972" y="19315"/>
                    <a:pt x="25527" y="20966"/>
                  </a:cubicBezTo>
                  <a:lnTo>
                    <a:pt x="22225" y="12203"/>
                  </a:lnTo>
                  <a:lnTo>
                    <a:pt x="27305" y="20077"/>
                  </a:lnTo>
                  <a:cubicBezTo>
                    <a:pt x="24384" y="21982"/>
                    <a:pt x="23368" y="22871"/>
                    <a:pt x="20955" y="25665"/>
                  </a:cubicBezTo>
                  <a:lnTo>
                    <a:pt x="13843" y="19569"/>
                  </a:lnTo>
                  <a:lnTo>
                    <a:pt x="21971" y="24395"/>
                  </a:lnTo>
                  <a:cubicBezTo>
                    <a:pt x="20447" y="26935"/>
                    <a:pt x="19177" y="31126"/>
                    <a:pt x="18923" y="33412"/>
                  </a:cubicBezTo>
                  <a:lnTo>
                    <a:pt x="9525" y="32523"/>
                  </a:lnTo>
                  <a:lnTo>
                    <a:pt x="18923" y="32523"/>
                  </a:lnTo>
                  <a:lnTo>
                    <a:pt x="18923" y="43826"/>
                  </a:lnTo>
                  <a:cubicBezTo>
                    <a:pt x="18923" y="49033"/>
                    <a:pt x="14732" y="53224"/>
                    <a:pt x="9525" y="53224"/>
                  </a:cubicBezTo>
                  <a:cubicBezTo>
                    <a:pt x="4318" y="53224"/>
                    <a:pt x="0" y="48779"/>
                    <a:pt x="0" y="43572"/>
                  </a:cubicBezTo>
                  <a:lnTo>
                    <a:pt x="0" y="32269"/>
                  </a:lnTo>
                  <a:cubicBezTo>
                    <a:pt x="0" y="32015"/>
                    <a:pt x="0" y="31634"/>
                    <a:pt x="0" y="31380"/>
                  </a:cubicBezTo>
                  <a:cubicBezTo>
                    <a:pt x="508" y="26300"/>
                    <a:pt x="2667" y="19569"/>
                    <a:pt x="5461" y="14616"/>
                  </a:cubicBezTo>
                  <a:cubicBezTo>
                    <a:pt x="5715" y="14108"/>
                    <a:pt x="6096" y="13600"/>
                    <a:pt x="6477" y="13219"/>
                  </a:cubicBezTo>
                  <a:cubicBezTo>
                    <a:pt x="10033" y="9028"/>
                    <a:pt x="12446" y="6996"/>
                    <a:pt x="16891" y="4075"/>
                  </a:cubicBezTo>
                  <a:cubicBezTo>
                    <a:pt x="17399" y="3694"/>
                    <a:pt x="18034" y="3440"/>
                    <a:pt x="18669" y="3186"/>
                  </a:cubicBezTo>
                  <a:cubicBezTo>
                    <a:pt x="24765" y="900"/>
                    <a:pt x="28194" y="265"/>
                    <a:pt x="33147" y="11"/>
                  </a:cubicBezTo>
                  <a:cubicBezTo>
                    <a:pt x="38354" y="-243"/>
                    <a:pt x="42672" y="3821"/>
                    <a:pt x="42926" y="9028"/>
                  </a:cubicBezTo>
                  <a:cubicBezTo>
                    <a:pt x="43180" y="14235"/>
                    <a:pt x="39116" y="18553"/>
                    <a:pt x="33909" y="18807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7" name="Freeform 7"/>
            <p:cNvSpPr/>
            <p:nvPr/>
          </p:nvSpPr>
          <p:spPr>
            <a:xfrm>
              <a:off x="63601" y="419965"/>
              <a:ext cx="52730" cy="45619"/>
            </a:xfrm>
            <a:custGeom>
              <a:avLst/>
              <a:gdLst/>
              <a:ahLst/>
              <a:cxnLst/>
              <a:rect l="l" t="t" r="r" b="b"/>
              <a:pathLst>
                <a:path w="52730" h="45619">
                  <a:moveTo>
                    <a:pt x="18695" y="8916"/>
                  </a:moveTo>
                  <a:cubicBezTo>
                    <a:pt x="19076" y="15139"/>
                    <a:pt x="20600" y="19330"/>
                    <a:pt x="20981" y="20092"/>
                  </a:cubicBezTo>
                  <a:lnTo>
                    <a:pt x="12726" y="24537"/>
                  </a:lnTo>
                  <a:lnTo>
                    <a:pt x="20346" y="18949"/>
                  </a:lnTo>
                  <a:cubicBezTo>
                    <a:pt x="22251" y="21616"/>
                    <a:pt x="24918" y="24029"/>
                    <a:pt x="27712" y="25807"/>
                  </a:cubicBezTo>
                  <a:lnTo>
                    <a:pt x="22632" y="33681"/>
                  </a:lnTo>
                  <a:lnTo>
                    <a:pt x="25680" y="24791"/>
                  </a:lnTo>
                  <a:cubicBezTo>
                    <a:pt x="29744" y="26188"/>
                    <a:pt x="32284" y="26696"/>
                    <a:pt x="43333" y="26696"/>
                  </a:cubicBezTo>
                  <a:cubicBezTo>
                    <a:pt x="48540" y="26696"/>
                    <a:pt x="52731" y="31014"/>
                    <a:pt x="52731" y="36221"/>
                  </a:cubicBezTo>
                  <a:cubicBezTo>
                    <a:pt x="52731" y="41428"/>
                    <a:pt x="48413" y="45619"/>
                    <a:pt x="43206" y="45619"/>
                  </a:cubicBezTo>
                  <a:cubicBezTo>
                    <a:pt x="31649" y="45492"/>
                    <a:pt x="26569" y="45111"/>
                    <a:pt x="19457" y="42571"/>
                  </a:cubicBezTo>
                  <a:cubicBezTo>
                    <a:pt x="18822" y="42317"/>
                    <a:pt x="18060" y="42063"/>
                    <a:pt x="17425" y="41555"/>
                  </a:cubicBezTo>
                  <a:cubicBezTo>
                    <a:pt x="12726" y="38507"/>
                    <a:pt x="8408" y="34570"/>
                    <a:pt x="5106" y="29998"/>
                  </a:cubicBezTo>
                  <a:cubicBezTo>
                    <a:pt x="4852" y="29617"/>
                    <a:pt x="4598" y="29236"/>
                    <a:pt x="4344" y="28855"/>
                  </a:cubicBezTo>
                  <a:cubicBezTo>
                    <a:pt x="4217" y="28601"/>
                    <a:pt x="4090" y="28474"/>
                    <a:pt x="4090" y="28220"/>
                  </a:cubicBezTo>
                  <a:cubicBezTo>
                    <a:pt x="2439" y="24791"/>
                    <a:pt x="534" y="18060"/>
                    <a:pt x="26" y="10059"/>
                  </a:cubicBezTo>
                  <a:cubicBezTo>
                    <a:pt x="-355" y="4852"/>
                    <a:pt x="3582" y="407"/>
                    <a:pt x="8789" y="26"/>
                  </a:cubicBezTo>
                  <a:cubicBezTo>
                    <a:pt x="13996" y="-355"/>
                    <a:pt x="18441" y="3582"/>
                    <a:pt x="18822" y="8789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8" name="Freeform 8"/>
            <p:cNvSpPr/>
            <p:nvPr/>
          </p:nvSpPr>
          <p:spPr>
            <a:xfrm>
              <a:off x="192024" y="255652"/>
              <a:ext cx="147193" cy="18796"/>
            </a:xfrm>
            <a:custGeom>
              <a:avLst/>
              <a:gdLst/>
              <a:ahLst/>
              <a:cxnLst/>
              <a:rect l="l" t="t" r="r" b="b"/>
              <a:pathLst>
                <a:path w="147193" h="18796">
                  <a:moveTo>
                    <a:pt x="137794" y="18796"/>
                  </a:moveTo>
                  <a:lnTo>
                    <a:pt x="9398" y="18796"/>
                  </a:lnTo>
                  <a:cubicBezTo>
                    <a:pt x="4191" y="18796"/>
                    <a:pt x="0" y="14605"/>
                    <a:pt x="0" y="9398"/>
                  </a:cubicBezTo>
                  <a:cubicBezTo>
                    <a:pt x="0" y="4191"/>
                    <a:pt x="4191" y="0"/>
                    <a:pt x="9398" y="0"/>
                  </a:cubicBezTo>
                  <a:lnTo>
                    <a:pt x="137794" y="0"/>
                  </a:lnTo>
                  <a:cubicBezTo>
                    <a:pt x="143001" y="0"/>
                    <a:pt x="147192" y="4191"/>
                    <a:pt x="147192" y="9398"/>
                  </a:cubicBezTo>
                  <a:cubicBezTo>
                    <a:pt x="147192" y="14605"/>
                    <a:pt x="143001" y="18796"/>
                    <a:pt x="137794" y="18796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9" name="Freeform 9"/>
            <p:cNvSpPr/>
            <p:nvPr/>
          </p:nvSpPr>
          <p:spPr>
            <a:xfrm>
              <a:off x="316838" y="255626"/>
              <a:ext cx="22277" cy="33707"/>
            </a:xfrm>
            <a:custGeom>
              <a:avLst/>
              <a:gdLst/>
              <a:ahLst/>
              <a:cxnLst/>
              <a:rect l="l" t="t" r="r" b="b"/>
              <a:pathLst>
                <a:path w="22277" h="33707">
                  <a:moveTo>
                    <a:pt x="280" y="22124"/>
                  </a:moveTo>
                  <a:lnTo>
                    <a:pt x="3709" y="7265"/>
                  </a:lnTo>
                  <a:cubicBezTo>
                    <a:pt x="4852" y="2185"/>
                    <a:pt x="9932" y="-990"/>
                    <a:pt x="15012" y="280"/>
                  </a:cubicBezTo>
                  <a:cubicBezTo>
                    <a:pt x="20092" y="1550"/>
                    <a:pt x="23267" y="6503"/>
                    <a:pt x="21997" y="11583"/>
                  </a:cubicBezTo>
                  <a:lnTo>
                    <a:pt x="18568" y="26442"/>
                  </a:lnTo>
                  <a:cubicBezTo>
                    <a:pt x="17425" y="31522"/>
                    <a:pt x="12345" y="34697"/>
                    <a:pt x="7265" y="33427"/>
                  </a:cubicBezTo>
                  <a:cubicBezTo>
                    <a:pt x="2185" y="32157"/>
                    <a:pt x="-990" y="27204"/>
                    <a:pt x="280" y="22124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14527" y="255652"/>
              <a:ext cx="53467" cy="18796"/>
            </a:xfrm>
            <a:custGeom>
              <a:avLst/>
              <a:gdLst/>
              <a:ahLst/>
              <a:cxnLst/>
              <a:rect l="l" t="t" r="r" b="b"/>
              <a:pathLst>
                <a:path w="53467" h="18796">
                  <a:moveTo>
                    <a:pt x="9398" y="0"/>
                  </a:moveTo>
                  <a:lnTo>
                    <a:pt x="44069" y="0"/>
                  </a:lnTo>
                  <a:cubicBezTo>
                    <a:pt x="49276" y="0"/>
                    <a:pt x="53467" y="4191"/>
                    <a:pt x="53467" y="9398"/>
                  </a:cubicBezTo>
                  <a:cubicBezTo>
                    <a:pt x="53467" y="14605"/>
                    <a:pt x="49276" y="18796"/>
                    <a:pt x="44069" y="18796"/>
                  </a:cubicBezTo>
                  <a:lnTo>
                    <a:pt x="9398" y="18796"/>
                  </a:lnTo>
                  <a:cubicBezTo>
                    <a:pt x="4191" y="18796"/>
                    <a:pt x="0" y="14605"/>
                    <a:pt x="0" y="9398"/>
                  </a:cubicBezTo>
                  <a:cubicBezTo>
                    <a:pt x="0" y="4191"/>
                    <a:pt x="4191" y="0"/>
                    <a:pt x="9398" y="0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449071" y="87884"/>
              <a:ext cx="18796" cy="199137"/>
            </a:xfrm>
            <a:custGeom>
              <a:avLst/>
              <a:gdLst/>
              <a:ahLst/>
              <a:cxnLst/>
              <a:rect l="l" t="t" r="r" b="b"/>
              <a:pathLst>
                <a:path w="18796" h="199137">
                  <a:moveTo>
                    <a:pt x="0" y="189739"/>
                  </a:moveTo>
                  <a:lnTo>
                    <a:pt x="0" y="9398"/>
                  </a:lnTo>
                  <a:cubicBezTo>
                    <a:pt x="0" y="4191"/>
                    <a:pt x="4191" y="0"/>
                    <a:pt x="9398" y="0"/>
                  </a:cubicBezTo>
                  <a:cubicBezTo>
                    <a:pt x="14605" y="0"/>
                    <a:pt x="18796" y="4191"/>
                    <a:pt x="18796" y="9398"/>
                  </a:cubicBezTo>
                  <a:lnTo>
                    <a:pt x="18796" y="189739"/>
                  </a:lnTo>
                  <a:cubicBezTo>
                    <a:pt x="18796" y="194946"/>
                    <a:pt x="14605" y="199137"/>
                    <a:pt x="9398" y="199137"/>
                  </a:cubicBezTo>
                  <a:cubicBezTo>
                    <a:pt x="4191" y="199137"/>
                    <a:pt x="0" y="194946"/>
                    <a:pt x="0" y="189739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56413" y="422912"/>
              <a:ext cx="18796" cy="42672"/>
            </a:xfrm>
            <a:custGeom>
              <a:avLst/>
              <a:gdLst/>
              <a:ahLst/>
              <a:cxnLst/>
              <a:rect l="l" t="t" r="r" b="b"/>
              <a:pathLst>
                <a:path w="18796" h="42672">
                  <a:moveTo>
                    <a:pt x="18796" y="9398"/>
                  </a:moveTo>
                  <a:lnTo>
                    <a:pt x="18796" y="33274"/>
                  </a:lnTo>
                  <a:cubicBezTo>
                    <a:pt x="18796" y="38481"/>
                    <a:pt x="14605" y="42672"/>
                    <a:pt x="9398" y="42672"/>
                  </a:cubicBezTo>
                  <a:cubicBezTo>
                    <a:pt x="4191" y="42672"/>
                    <a:pt x="0" y="38481"/>
                    <a:pt x="0" y="33274"/>
                  </a:cubicBezTo>
                  <a:lnTo>
                    <a:pt x="0" y="9398"/>
                  </a:lnTo>
                  <a:cubicBezTo>
                    <a:pt x="0" y="4191"/>
                    <a:pt x="4191" y="0"/>
                    <a:pt x="9398" y="0"/>
                  </a:cubicBezTo>
                  <a:cubicBezTo>
                    <a:pt x="14605" y="0"/>
                    <a:pt x="18796" y="4191"/>
                    <a:pt x="18796" y="9398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2386" y="314715"/>
              <a:ext cx="72409" cy="87202"/>
            </a:xfrm>
            <a:custGeom>
              <a:avLst/>
              <a:gdLst/>
              <a:ahLst/>
              <a:cxnLst/>
              <a:rect l="l" t="t" r="r" b="b"/>
              <a:pathLst>
                <a:path w="72409" h="87202">
                  <a:moveTo>
                    <a:pt x="57710" y="22979"/>
                  </a:moveTo>
                  <a:cubicBezTo>
                    <a:pt x="55932" y="21709"/>
                    <a:pt x="54027" y="20820"/>
                    <a:pt x="51995" y="20058"/>
                  </a:cubicBezTo>
                  <a:cubicBezTo>
                    <a:pt x="49963" y="19296"/>
                    <a:pt x="47804" y="18915"/>
                    <a:pt x="45645" y="18788"/>
                  </a:cubicBezTo>
                  <a:lnTo>
                    <a:pt x="46407" y="9390"/>
                  </a:lnTo>
                  <a:lnTo>
                    <a:pt x="45645" y="18788"/>
                  </a:lnTo>
                  <a:cubicBezTo>
                    <a:pt x="43486" y="18661"/>
                    <a:pt x="41327" y="18788"/>
                    <a:pt x="39168" y="19169"/>
                  </a:cubicBezTo>
                  <a:cubicBezTo>
                    <a:pt x="37009" y="19550"/>
                    <a:pt x="34977" y="20185"/>
                    <a:pt x="33072" y="21201"/>
                  </a:cubicBezTo>
                  <a:lnTo>
                    <a:pt x="29008" y="12692"/>
                  </a:lnTo>
                  <a:lnTo>
                    <a:pt x="33072" y="21201"/>
                  </a:lnTo>
                  <a:cubicBezTo>
                    <a:pt x="31167" y="22090"/>
                    <a:pt x="29389" y="23233"/>
                    <a:pt x="27738" y="24757"/>
                  </a:cubicBezTo>
                  <a:lnTo>
                    <a:pt x="21642" y="17645"/>
                  </a:lnTo>
                  <a:lnTo>
                    <a:pt x="27738" y="24757"/>
                  </a:lnTo>
                  <a:cubicBezTo>
                    <a:pt x="26087" y="26154"/>
                    <a:pt x="24690" y="27805"/>
                    <a:pt x="23420" y="29583"/>
                  </a:cubicBezTo>
                  <a:lnTo>
                    <a:pt x="15673" y="24249"/>
                  </a:lnTo>
                  <a:lnTo>
                    <a:pt x="23420" y="29583"/>
                  </a:lnTo>
                  <a:cubicBezTo>
                    <a:pt x="22150" y="31361"/>
                    <a:pt x="21261" y="33266"/>
                    <a:pt x="20499" y="35298"/>
                  </a:cubicBezTo>
                  <a:lnTo>
                    <a:pt x="11609" y="32123"/>
                  </a:lnTo>
                  <a:lnTo>
                    <a:pt x="20499" y="35298"/>
                  </a:lnTo>
                  <a:cubicBezTo>
                    <a:pt x="19737" y="37330"/>
                    <a:pt x="19356" y="39362"/>
                    <a:pt x="19102" y="41521"/>
                  </a:cubicBezTo>
                  <a:lnTo>
                    <a:pt x="9704" y="40759"/>
                  </a:lnTo>
                  <a:lnTo>
                    <a:pt x="19102" y="41521"/>
                  </a:lnTo>
                  <a:cubicBezTo>
                    <a:pt x="18975" y="43680"/>
                    <a:pt x="18975" y="45839"/>
                    <a:pt x="19356" y="47998"/>
                  </a:cubicBezTo>
                  <a:lnTo>
                    <a:pt x="10085" y="49650"/>
                  </a:lnTo>
                  <a:lnTo>
                    <a:pt x="19356" y="47998"/>
                  </a:lnTo>
                  <a:cubicBezTo>
                    <a:pt x="19737" y="50158"/>
                    <a:pt x="20372" y="52190"/>
                    <a:pt x="21261" y="54095"/>
                  </a:cubicBezTo>
                  <a:cubicBezTo>
                    <a:pt x="22150" y="56000"/>
                    <a:pt x="23293" y="57905"/>
                    <a:pt x="24690" y="59556"/>
                  </a:cubicBezTo>
                  <a:lnTo>
                    <a:pt x="17451" y="65525"/>
                  </a:lnTo>
                  <a:lnTo>
                    <a:pt x="24690" y="59556"/>
                  </a:lnTo>
                  <a:cubicBezTo>
                    <a:pt x="26087" y="61207"/>
                    <a:pt x="27611" y="62731"/>
                    <a:pt x="29389" y="63874"/>
                  </a:cubicBezTo>
                  <a:lnTo>
                    <a:pt x="23928" y="71621"/>
                  </a:lnTo>
                  <a:lnTo>
                    <a:pt x="29389" y="63874"/>
                  </a:lnTo>
                  <a:cubicBezTo>
                    <a:pt x="31167" y="65144"/>
                    <a:pt x="33072" y="66160"/>
                    <a:pt x="35104" y="66922"/>
                  </a:cubicBezTo>
                  <a:lnTo>
                    <a:pt x="31802" y="75685"/>
                  </a:lnTo>
                  <a:lnTo>
                    <a:pt x="35104" y="66922"/>
                  </a:lnTo>
                  <a:cubicBezTo>
                    <a:pt x="37136" y="67684"/>
                    <a:pt x="39168" y="68192"/>
                    <a:pt x="41327" y="68319"/>
                  </a:cubicBezTo>
                  <a:lnTo>
                    <a:pt x="40438" y="77717"/>
                  </a:lnTo>
                  <a:lnTo>
                    <a:pt x="41327" y="68319"/>
                  </a:lnTo>
                  <a:cubicBezTo>
                    <a:pt x="43486" y="68573"/>
                    <a:pt x="45645" y="68446"/>
                    <a:pt x="47804" y="68065"/>
                  </a:cubicBezTo>
                  <a:cubicBezTo>
                    <a:pt x="49963" y="67684"/>
                    <a:pt x="51995" y="67049"/>
                    <a:pt x="53900" y="66160"/>
                  </a:cubicBezTo>
                  <a:cubicBezTo>
                    <a:pt x="58599" y="64001"/>
                    <a:pt x="64187" y="66160"/>
                    <a:pt x="66346" y="70859"/>
                  </a:cubicBezTo>
                  <a:cubicBezTo>
                    <a:pt x="68505" y="75558"/>
                    <a:pt x="66346" y="81146"/>
                    <a:pt x="61647" y="83305"/>
                  </a:cubicBezTo>
                  <a:cubicBezTo>
                    <a:pt x="58218" y="84829"/>
                    <a:pt x="54535" y="85972"/>
                    <a:pt x="50852" y="86607"/>
                  </a:cubicBezTo>
                  <a:lnTo>
                    <a:pt x="49328" y="77336"/>
                  </a:lnTo>
                  <a:lnTo>
                    <a:pt x="50852" y="86607"/>
                  </a:lnTo>
                  <a:cubicBezTo>
                    <a:pt x="47042" y="87242"/>
                    <a:pt x="43359" y="87369"/>
                    <a:pt x="39549" y="86988"/>
                  </a:cubicBezTo>
                  <a:cubicBezTo>
                    <a:pt x="35739" y="86607"/>
                    <a:pt x="32056" y="85718"/>
                    <a:pt x="28500" y="84448"/>
                  </a:cubicBezTo>
                  <a:cubicBezTo>
                    <a:pt x="24944" y="83178"/>
                    <a:pt x="21642" y="81400"/>
                    <a:pt x="18467" y="79114"/>
                  </a:cubicBezTo>
                  <a:cubicBezTo>
                    <a:pt x="15292" y="76828"/>
                    <a:pt x="12625" y="74415"/>
                    <a:pt x="10212" y="71494"/>
                  </a:cubicBezTo>
                  <a:cubicBezTo>
                    <a:pt x="7799" y="68573"/>
                    <a:pt x="5767" y="65398"/>
                    <a:pt x="4116" y="61969"/>
                  </a:cubicBezTo>
                  <a:lnTo>
                    <a:pt x="12625" y="58032"/>
                  </a:lnTo>
                  <a:lnTo>
                    <a:pt x="4116" y="61969"/>
                  </a:lnTo>
                  <a:cubicBezTo>
                    <a:pt x="2465" y="58540"/>
                    <a:pt x="1322" y="54984"/>
                    <a:pt x="687" y="51174"/>
                  </a:cubicBezTo>
                  <a:cubicBezTo>
                    <a:pt x="52" y="47491"/>
                    <a:pt x="-202" y="43680"/>
                    <a:pt x="179" y="39870"/>
                  </a:cubicBezTo>
                  <a:cubicBezTo>
                    <a:pt x="560" y="36060"/>
                    <a:pt x="1322" y="32377"/>
                    <a:pt x="2592" y="28821"/>
                  </a:cubicBezTo>
                  <a:cubicBezTo>
                    <a:pt x="3862" y="25265"/>
                    <a:pt x="5640" y="21836"/>
                    <a:pt x="7799" y="18788"/>
                  </a:cubicBezTo>
                  <a:cubicBezTo>
                    <a:pt x="9958" y="15613"/>
                    <a:pt x="12498" y="12819"/>
                    <a:pt x="15419" y="10406"/>
                  </a:cubicBezTo>
                  <a:cubicBezTo>
                    <a:pt x="18340" y="7993"/>
                    <a:pt x="21515" y="5834"/>
                    <a:pt x="24944" y="4310"/>
                  </a:cubicBezTo>
                  <a:cubicBezTo>
                    <a:pt x="28373" y="2659"/>
                    <a:pt x="31929" y="1516"/>
                    <a:pt x="35739" y="754"/>
                  </a:cubicBezTo>
                  <a:lnTo>
                    <a:pt x="37517" y="10025"/>
                  </a:lnTo>
                  <a:lnTo>
                    <a:pt x="35739" y="754"/>
                  </a:lnTo>
                  <a:cubicBezTo>
                    <a:pt x="39422" y="-8"/>
                    <a:pt x="43232" y="-135"/>
                    <a:pt x="47042" y="119"/>
                  </a:cubicBezTo>
                  <a:cubicBezTo>
                    <a:pt x="50852" y="373"/>
                    <a:pt x="54535" y="1135"/>
                    <a:pt x="58091" y="2405"/>
                  </a:cubicBezTo>
                  <a:lnTo>
                    <a:pt x="55043" y="11295"/>
                  </a:lnTo>
                  <a:lnTo>
                    <a:pt x="58091" y="2405"/>
                  </a:lnTo>
                  <a:cubicBezTo>
                    <a:pt x="61647" y="3675"/>
                    <a:pt x="65076" y="5326"/>
                    <a:pt x="68251" y="7485"/>
                  </a:cubicBezTo>
                  <a:cubicBezTo>
                    <a:pt x="72569" y="10406"/>
                    <a:pt x="73712" y="16248"/>
                    <a:pt x="70791" y="20566"/>
                  </a:cubicBezTo>
                  <a:cubicBezTo>
                    <a:pt x="67870" y="24884"/>
                    <a:pt x="62028" y="26027"/>
                    <a:pt x="57710" y="23106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56286" y="192152"/>
              <a:ext cx="18796" cy="146686"/>
            </a:xfrm>
            <a:custGeom>
              <a:avLst/>
              <a:gdLst/>
              <a:ahLst/>
              <a:cxnLst/>
              <a:rect l="l" t="t" r="r" b="b"/>
              <a:pathLst>
                <a:path w="18796" h="146686">
                  <a:moveTo>
                    <a:pt x="0" y="137287"/>
                  </a:moveTo>
                  <a:lnTo>
                    <a:pt x="0" y="9398"/>
                  </a:lnTo>
                  <a:cubicBezTo>
                    <a:pt x="0" y="4191"/>
                    <a:pt x="4191" y="0"/>
                    <a:pt x="9398" y="0"/>
                  </a:cubicBezTo>
                  <a:cubicBezTo>
                    <a:pt x="14605" y="0"/>
                    <a:pt x="18796" y="4191"/>
                    <a:pt x="18796" y="9398"/>
                  </a:cubicBezTo>
                  <a:lnTo>
                    <a:pt x="18796" y="137287"/>
                  </a:lnTo>
                  <a:cubicBezTo>
                    <a:pt x="18796" y="142494"/>
                    <a:pt x="14605" y="146685"/>
                    <a:pt x="9398" y="146685"/>
                  </a:cubicBezTo>
                  <a:cubicBezTo>
                    <a:pt x="4191" y="146685"/>
                    <a:pt x="0" y="142494"/>
                    <a:pt x="0" y="137287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3500" y="255779"/>
              <a:ext cx="88646" cy="18796"/>
            </a:xfrm>
            <a:custGeom>
              <a:avLst/>
              <a:gdLst/>
              <a:ahLst/>
              <a:cxnLst/>
              <a:rect l="l" t="t" r="r" b="b"/>
              <a:pathLst>
                <a:path w="88646" h="18796">
                  <a:moveTo>
                    <a:pt x="79248" y="18796"/>
                  </a:moveTo>
                  <a:lnTo>
                    <a:pt x="9398" y="18796"/>
                  </a:lnTo>
                  <a:cubicBezTo>
                    <a:pt x="4191" y="18796"/>
                    <a:pt x="0" y="14605"/>
                    <a:pt x="0" y="9398"/>
                  </a:cubicBezTo>
                  <a:cubicBezTo>
                    <a:pt x="0" y="4191"/>
                    <a:pt x="4191" y="0"/>
                    <a:pt x="9398" y="0"/>
                  </a:cubicBezTo>
                  <a:lnTo>
                    <a:pt x="79248" y="0"/>
                  </a:lnTo>
                  <a:cubicBezTo>
                    <a:pt x="84455" y="0"/>
                    <a:pt x="88646" y="4191"/>
                    <a:pt x="88646" y="9398"/>
                  </a:cubicBezTo>
                  <a:cubicBezTo>
                    <a:pt x="88646" y="14605"/>
                    <a:pt x="84455" y="18796"/>
                    <a:pt x="79248" y="18796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256286" y="63881"/>
              <a:ext cx="18796" cy="86868"/>
            </a:xfrm>
            <a:custGeom>
              <a:avLst/>
              <a:gdLst/>
              <a:ahLst/>
              <a:cxnLst/>
              <a:rect l="l" t="t" r="r" b="b"/>
              <a:pathLst>
                <a:path w="18796" h="86868">
                  <a:moveTo>
                    <a:pt x="18796" y="9398"/>
                  </a:moveTo>
                  <a:lnTo>
                    <a:pt x="18796" y="77471"/>
                  </a:lnTo>
                  <a:cubicBezTo>
                    <a:pt x="18796" y="82678"/>
                    <a:pt x="14605" y="86869"/>
                    <a:pt x="9398" y="86869"/>
                  </a:cubicBezTo>
                  <a:cubicBezTo>
                    <a:pt x="4191" y="86869"/>
                    <a:pt x="0" y="82678"/>
                    <a:pt x="0" y="77471"/>
                  </a:cubicBezTo>
                  <a:lnTo>
                    <a:pt x="0" y="9398"/>
                  </a:lnTo>
                  <a:cubicBezTo>
                    <a:pt x="0" y="4191"/>
                    <a:pt x="4191" y="0"/>
                    <a:pt x="9398" y="0"/>
                  </a:cubicBezTo>
                  <a:cubicBezTo>
                    <a:pt x="14605" y="0"/>
                    <a:pt x="18796" y="4191"/>
                    <a:pt x="18796" y="9398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366299" y="341663"/>
              <a:ext cx="101536" cy="101664"/>
            </a:xfrm>
            <a:custGeom>
              <a:avLst/>
              <a:gdLst/>
              <a:ahLst/>
              <a:cxnLst/>
              <a:rect l="l" t="t" r="r" b="b"/>
              <a:pathLst>
                <a:path w="101536" h="101664">
                  <a:moveTo>
                    <a:pt x="98774" y="16097"/>
                  </a:moveTo>
                  <a:lnTo>
                    <a:pt x="16097" y="98902"/>
                  </a:lnTo>
                  <a:cubicBezTo>
                    <a:pt x="12414" y="102585"/>
                    <a:pt x="6445" y="102585"/>
                    <a:pt x="2762" y="98902"/>
                  </a:cubicBezTo>
                  <a:cubicBezTo>
                    <a:pt x="-921" y="95219"/>
                    <a:pt x="-921" y="89250"/>
                    <a:pt x="2762" y="85567"/>
                  </a:cubicBezTo>
                  <a:lnTo>
                    <a:pt x="85439" y="2762"/>
                  </a:lnTo>
                  <a:cubicBezTo>
                    <a:pt x="89122" y="-921"/>
                    <a:pt x="95091" y="-921"/>
                    <a:pt x="98774" y="2762"/>
                  </a:cubicBezTo>
                  <a:cubicBezTo>
                    <a:pt x="102457" y="6445"/>
                    <a:pt x="102457" y="12414"/>
                    <a:pt x="98774" y="16097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324262" y="382684"/>
              <a:ext cx="60769" cy="60643"/>
            </a:xfrm>
            <a:custGeom>
              <a:avLst/>
              <a:gdLst/>
              <a:ahLst/>
              <a:cxnLst/>
              <a:rect l="l" t="t" r="r" b="b"/>
              <a:pathLst>
                <a:path w="60769" h="60643">
                  <a:moveTo>
                    <a:pt x="15970" y="2763"/>
                  </a:moveTo>
                  <a:lnTo>
                    <a:pt x="58007" y="44546"/>
                  </a:lnTo>
                  <a:cubicBezTo>
                    <a:pt x="61690" y="48229"/>
                    <a:pt x="61690" y="54198"/>
                    <a:pt x="58007" y="57881"/>
                  </a:cubicBezTo>
                  <a:cubicBezTo>
                    <a:pt x="54324" y="61564"/>
                    <a:pt x="48355" y="61564"/>
                    <a:pt x="44672" y="57881"/>
                  </a:cubicBezTo>
                  <a:lnTo>
                    <a:pt x="2762" y="16098"/>
                  </a:lnTo>
                  <a:cubicBezTo>
                    <a:pt x="-921" y="12415"/>
                    <a:pt x="-921" y="6446"/>
                    <a:pt x="2762" y="2763"/>
                  </a:cubicBezTo>
                  <a:cubicBezTo>
                    <a:pt x="6445" y="-920"/>
                    <a:pt x="12414" y="-920"/>
                    <a:pt x="16097" y="2763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418810" y="63454"/>
              <a:ext cx="49343" cy="43237"/>
            </a:xfrm>
            <a:custGeom>
              <a:avLst/>
              <a:gdLst/>
              <a:ahLst/>
              <a:cxnLst/>
              <a:rect l="l" t="t" r="r" b="b"/>
              <a:pathLst>
                <a:path w="49343" h="43237">
                  <a:moveTo>
                    <a:pt x="30388" y="33574"/>
                  </a:moveTo>
                  <a:cubicBezTo>
                    <a:pt x="30388" y="32431"/>
                    <a:pt x="30388" y="31288"/>
                    <a:pt x="30134" y="30272"/>
                  </a:cubicBezTo>
                  <a:cubicBezTo>
                    <a:pt x="29880" y="29129"/>
                    <a:pt x="29499" y="28113"/>
                    <a:pt x="29118" y="27097"/>
                  </a:cubicBezTo>
                  <a:cubicBezTo>
                    <a:pt x="28610" y="26081"/>
                    <a:pt x="28102" y="25065"/>
                    <a:pt x="27340" y="24303"/>
                  </a:cubicBezTo>
                  <a:cubicBezTo>
                    <a:pt x="26578" y="23414"/>
                    <a:pt x="25816" y="22652"/>
                    <a:pt x="24927" y="21890"/>
                  </a:cubicBezTo>
                  <a:lnTo>
                    <a:pt x="30642" y="14397"/>
                  </a:lnTo>
                  <a:lnTo>
                    <a:pt x="24927" y="21890"/>
                  </a:lnTo>
                  <a:cubicBezTo>
                    <a:pt x="24038" y="21255"/>
                    <a:pt x="23022" y="20620"/>
                    <a:pt x="22006" y="20112"/>
                  </a:cubicBezTo>
                  <a:lnTo>
                    <a:pt x="25816" y="11476"/>
                  </a:lnTo>
                  <a:lnTo>
                    <a:pt x="22006" y="20112"/>
                  </a:lnTo>
                  <a:cubicBezTo>
                    <a:pt x="20990" y="19604"/>
                    <a:pt x="19847" y="19350"/>
                    <a:pt x="18831" y="19096"/>
                  </a:cubicBezTo>
                  <a:lnTo>
                    <a:pt x="20482" y="9825"/>
                  </a:lnTo>
                  <a:lnTo>
                    <a:pt x="18831" y="19096"/>
                  </a:lnTo>
                  <a:cubicBezTo>
                    <a:pt x="17688" y="18842"/>
                    <a:pt x="16545" y="18842"/>
                    <a:pt x="15529" y="18842"/>
                  </a:cubicBezTo>
                  <a:lnTo>
                    <a:pt x="15021" y="9444"/>
                  </a:lnTo>
                  <a:lnTo>
                    <a:pt x="15529" y="18842"/>
                  </a:lnTo>
                  <a:cubicBezTo>
                    <a:pt x="14386" y="18969"/>
                    <a:pt x="13243" y="19096"/>
                    <a:pt x="12227" y="19477"/>
                  </a:cubicBezTo>
                  <a:cubicBezTo>
                    <a:pt x="7274" y="21001"/>
                    <a:pt x="1940" y="18207"/>
                    <a:pt x="416" y="13254"/>
                  </a:cubicBezTo>
                  <a:cubicBezTo>
                    <a:pt x="-1108" y="8301"/>
                    <a:pt x="1686" y="2967"/>
                    <a:pt x="6639" y="1443"/>
                  </a:cubicBezTo>
                  <a:cubicBezTo>
                    <a:pt x="9179" y="681"/>
                    <a:pt x="11719" y="173"/>
                    <a:pt x="14386" y="46"/>
                  </a:cubicBezTo>
                  <a:cubicBezTo>
                    <a:pt x="17053" y="-81"/>
                    <a:pt x="19593" y="46"/>
                    <a:pt x="22260" y="554"/>
                  </a:cubicBezTo>
                  <a:cubicBezTo>
                    <a:pt x="24800" y="1062"/>
                    <a:pt x="27340" y="1824"/>
                    <a:pt x="29753" y="2840"/>
                  </a:cubicBezTo>
                  <a:cubicBezTo>
                    <a:pt x="32166" y="3856"/>
                    <a:pt x="34452" y="5253"/>
                    <a:pt x="36484" y="6904"/>
                  </a:cubicBezTo>
                  <a:cubicBezTo>
                    <a:pt x="38516" y="8555"/>
                    <a:pt x="40421" y="10333"/>
                    <a:pt x="42072" y="12365"/>
                  </a:cubicBezTo>
                  <a:lnTo>
                    <a:pt x="34706" y="18207"/>
                  </a:lnTo>
                  <a:lnTo>
                    <a:pt x="42072" y="12365"/>
                  </a:lnTo>
                  <a:cubicBezTo>
                    <a:pt x="43723" y="14397"/>
                    <a:pt x="45120" y="16683"/>
                    <a:pt x="46263" y="18969"/>
                  </a:cubicBezTo>
                  <a:lnTo>
                    <a:pt x="37754" y="23033"/>
                  </a:lnTo>
                  <a:lnTo>
                    <a:pt x="46263" y="18969"/>
                  </a:lnTo>
                  <a:cubicBezTo>
                    <a:pt x="47406" y="21382"/>
                    <a:pt x="48168" y="23795"/>
                    <a:pt x="48676" y="26462"/>
                  </a:cubicBezTo>
                  <a:lnTo>
                    <a:pt x="39405" y="28367"/>
                  </a:lnTo>
                  <a:lnTo>
                    <a:pt x="48676" y="26462"/>
                  </a:lnTo>
                  <a:cubicBezTo>
                    <a:pt x="49184" y="29002"/>
                    <a:pt x="49438" y="31669"/>
                    <a:pt x="49311" y="34209"/>
                  </a:cubicBezTo>
                  <a:cubicBezTo>
                    <a:pt x="49184" y="39416"/>
                    <a:pt x="44739" y="43480"/>
                    <a:pt x="39532" y="43226"/>
                  </a:cubicBezTo>
                  <a:cubicBezTo>
                    <a:pt x="34325" y="42972"/>
                    <a:pt x="30261" y="38654"/>
                    <a:pt x="30515" y="33447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87884" y="63881"/>
              <a:ext cx="349503" cy="18796"/>
            </a:xfrm>
            <a:custGeom>
              <a:avLst/>
              <a:gdLst/>
              <a:ahLst/>
              <a:cxnLst/>
              <a:rect l="l" t="t" r="r" b="b"/>
              <a:pathLst>
                <a:path w="349503" h="18796">
                  <a:moveTo>
                    <a:pt x="340105" y="18796"/>
                  </a:moveTo>
                  <a:lnTo>
                    <a:pt x="9398" y="18796"/>
                  </a:lnTo>
                  <a:cubicBezTo>
                    <a:pt x="4191" y="18796"/>
                    <a:pt x="0" y="14605"/>
                    <a:pt x="0" y="9398"/>
                  </a:cubicBezTo>
                  <a:cubicBezTo>
                    <a:pt x="0" y="4191"/>
                    <a:pt x="4191" y="0"/>
                    <a:pt x="9398" y="0"/>
                  </a:cubicBezTo>
                  <a:lnTo>
                    <a:pt x="340105" y="0"/>
                  </a:lnTo>
                  <a:cubicBezTo>
                    <a:pt x="345312" y="0"/>
                    <a:pt x="349503" y="4191"/>
                    <a:pt x="349503" y="9398"/>
                  </a:cubicBezTo>
                  <a:cubicBezTo>
                    <a:pt x="349503" y="14605"/>
                    <a:pt x="345312" y="18796"/>
                    <a:pt x="340105" y="18796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63500" y="97917"/>
              <a:ext cx="18923" cy="341123"/>
            </a:xfrm>
            <a:custGeom>
              <a:avLst/>
              <a:gdLst/>
              <a:ahLst/>
              <a:cxnLst/>
              <a:rect l="l" t="t" r="r" b="b"/>
              <a:pathLst>
                <a:path w="18923" h="341123">
                  <a:moveTo>
                    <a:pt x="18923" y="9398"/>
                  </a:moveTo>
                  <a:lnTo>
                    <a:pt x="18923" y="331726"/>
                  </a:lnTo>
                  <a:cubicBezTo>
                    <a:pt x="18923" y="336933"/>
                    <a:pt x="14732" y="341124"/>
                    <a:pt x="9525" y="341124"/>
                  </a:cubicBezTo>
                  <a:cubicBezTo>
                    <a:pt x="4318" y="341124"/>
                    <a:pt x="0" y="336806"/>
                    <a:pt x="0" y="331599"/>
                  </a:cubicBezTo>
                  <a:lnTo>
                    <a:pt x="0" y="9398"/>
                  </a:lnTo>
                  <a:cubicBezTo>
                    <a:pt x="0" y="4191"/>
                    <a:pt x="4191" y="0"/>
                    <a:pt x="9398" y="0"/>
                  </a:cubicBezTo>
                  <a:cubicBezTo>
                    <a:pt x="14605" y="0"/>
                    <a:pt x="18796" y="4191"/>
                    <a:pt x="18796" y="9398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97409" y="446788"/>
              <a:ext cx="187198" cy="18796"/>
            </a:xfrm>
            <a:custGeom>
              <a:avLst/>
              <a:gdLst/>
              <a:ahLst/>
              <a:cxnLst/>
              <a:rect l="l" t="t" r="r" b="b"/>
              <a:pathLst>
                <a:path w="187198" h="18796">
                  <a:moveTo>
                    <a:pt x="9398" y="0"/>
                  </a:moveTo>
                  <a:lnTo>
                    <a:pt x="177800" y="0"/>
                  </a:lnTo>
                  <a:cubicBezTo>
                    <a:pt x="183007" y="0"/>
                    <a:pt x="187198" y="4191"/>
                    <a:pt x="187198" y="9398"/>
                  </a:cubicBezTo>
                  <a:cubicBezTo>
                    <a:pt x="187198" y="14605"/>
                    <a:pt x="183007" y="18796"/>
                    <a:pt x="177800" y="18796"/>
                  </a:cubicBezTo>
                  <a:lnTo>
                    <a:pt x="9398" y="18796"/>
                  </a:lnTo>
                  <a:cubicBezTo>
                    <a:pt x="4191" y="18796"/>
                    <a:pt x="0" y="14605"/>
                    <a:pt x="0" y="9398"/>
                  </a:cubicBezTo>
                  <a:cubicBezTo>
                    <a:pt x="0" y="4191"/>
                    <a:pt x="4191" y="0"/>
                    <a:pt x="9398" y="0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7075" y="3210677"/>
            <a:ext cx="574624" cy="573567"/>
            <a:chOff x="0" y="0"/>
            <a:chExt cx="574624" cy="573570"/>
          </a:xfrm>
        </p:grpSpPr>
        <p:sp>
          <p:nvSpPr>
            <p:cNvPr id="24" name="Freeform 24"/>
            <p:cNvSpPr/>
            <p:nvPr/>
          </p:nvSpPr>
          <p:spPr>
            <a:xfrm>
              <a:off x="63501" y="426470"/>
              <a:ext cx="83694" cy="83567"/>
            </a:xfrm>
            <a:custGeom>
              <a:avLst/>
              <a:gdLst/>
              <a:ahLst/>
              <a:cxnLst/>
              <a:rect l="l" t="t" r="r" b="b"/>
              <a:pathLst>
                <a:path w="83694" h="83567">
                  <a:moveTo>
                    <a:pt x="83693" y="41783"/>
                  </a:moveTo>
                  <a:cubicBezTo>
                    <a:pt x="83693" y="47371"/>
                    <a:pt x="82677" y="52705"/>
                    <a:pt x="80518" y="57785"/>
                  </a:cubicBezTo>
                  <a:lnTo>
                    <a:pt x="71755" y="54102"/>
                  </a:lnTo>
                  <a:lnTo>
                    <a:pt x="80518" y="57785"/>
                  </a:lnTo>
                  <a:cubicBezTo>
                    <a:pt x="78359" y="62865"/>
                    <a:pt x="75311" y="67437"/>
                    <a:pt x="71501" y="71374"/>
                  </a:cubicBezTo>
                  <a:cubicBezTo>
                    <a:pt x="67564" y="75311"/>
                    <a:pt x="62992" y="78360"/>
                    <a:pt x="57912" y="80392"/>
                  </a:cubicBezTo>
                  <a:lnTo>
                    <a:pt x="54229" y="71628"/>
                  </a:lnTo>
                  <a:lnTo>
                    <a:pt x="57912" y="80392"/>
                  </a:lnTo>
                  <a:cubicBezTo>
                    <a:pt x="52832" y="82550"/>
                    <a:pt x="47498" y="83567"/>
                    <a:pt x="41910" y="83567"/>
                  </a:cubicBezTo>
                  <a:lnTo>
                    <a:pt x="41910" y="74041"/>
                  </a:lnTo>
                  <a:lnTo>
                    <a:pt x="41910" y="83567"/>
                  </a:lnTo>
                  <a:cubicBezTo>
                    <a:pt x="36322" y="83567"/>
                    <a:pt x="30988" y="82550"/>
                    <a:pt x="25908" y="80392"/>
                  </a:cubicBezTo>
                  <a:lnTo>
                    <a:pt x="29591" y="71628"/>
                  </a:lnTo>
                  <a:lnTo>
                    <a:pt x="25908" y="80392"/>
                  </a:lnTo>
                  <a:cubicBezTo>
                    <a:pt x="20828" y="78232"/>
                    <a:pt x="16256" y="75184"/>
                    <a:pt x="12319" y="71374"/>
                  </a:cubicBezTo>
                  <a:cubicBezTo>
                    <a:pt x="8382" y="67437"/>
                    <a:pt x="5334" y="62865"/>
                    <a:pt x="3302" y="57785"/>
                  </a:cubicBezTo>
                  <a:lnTo>
                    <a:pt x="12065" y="54102"/>
                  </a:lnTo>
                  <a:lnTo>
                    <a:pt x="3302" y="57785"/>
                  </a:lnTo>
                  <a:cubicBezTo>
                    <a:pt x="1143" y="52705"/>
                    <a:pt x="127" y="47371"/>
                    <a:pt x="127" y="41783"/>
                  </a:cubicBezTo>
                  <a:lnTo>
                    <a:pt x="9652" y="41783"/>
                  </a:lnTo>
                  <a:lnTo>
                    <a:pt x="0" y="41783"/>
                  </a:lnTo>
                  <a:cubicBezTo>
                    <a:pt x="0" y="36195"/>
                    <a:pt x="1016" y="30861"/>
                    <a:pt x="3175" y="25781"/>
                  </a:cubicBezTo>
                  <a:lnTo>
                    <a:pt x="11938" y="29464"/>
                  </a:lnTo>
                  <a:lnTo>
                    <a:pt x="3175" y="25781"/>
                  </a:lnTo>
                  <a:cubicBezTo>
                    <a:pt x="5334" y="20701"/>
                    <a:pt x="8382" y="16129"/>
                    <a:pt x="12192" y="12192"/>
                  </a:cubicBezTo>
                  <a:lnTo>
                    <a:pt x="18923" y="18923"/>
                  </a:lnTo>
                  <a:lnTo>
                    <a:pt x="12192" y="12192"/>
                  </a:lnTo>
                  <a:cubicBezTo>
                    <a:pt x="16129" y="8255"/>
                    <a:pt x="20701" y="5207"/>
                    <a:pt x="25781" y="3175"/>
                  </a:cubicBezTo>
                  <a:cubicBezTo>
                    <a:pt x="30861" y="1016"/>
                    <a:pt x="36195" y="0"/>
                    <a:pt x="41783" y="0"/>
                  </a:cubicBezTo>
                  <a:lnTo>
                    <a:pt x="41783" y="9525"/>
                  </a:lnTo>
                  <a:lnTo>
                    <a:pt x="41783" y="0"/>
                  </a:lnTo>
                  <a:cubicBezTo>
                    <a:pt x="47371" y="0"/>
                    <a:pt x="52705" y="1016"/>
                    <a:pt x="57785" y="3175"/>
                  </a:cubicBezTo>
                  <a:cubicBezTo>
                    <a:pt x="62865" y="5334"/>
                    <a:pt x="67437" y="8382"/>
                    <a:pt x="71374" y="12192"/>
                  </a:cubicBezTo>
                  <a:lnTo>
                    <a:pt x="64643" y="18923"/>
                  </a:lnTo>
                  <a:lnTo>
                    <a:pt x="71374" y="12192"/>
                  </a:lnTo>
                  <a:cubicBezTo>
                    <a:pt x="75311" y="16129"/>
                    <a:pt x="78359" y="20701"/>
                    <a:pt x="80391" y="25781"/>
                  </a:cubicBezTo>
                  <a:lnTo>
                    <a:pt x="71628" y="29464"/>
                  </a:lnTo>
                  <a:lnTo>
                    <a:pt x="80391" y="25781"/>
                  </a:lnTo>
                  <a:cubicBezTo>
                    <a:pt x="82550" y="30861"/>
                    <a:pt x="83566" y="36195"/>
                    <a:pt x="83566" y="41783"/>
                  </a:cubicBezTo>
                  <a:lnTo>
                    <a:pt x="74041" y="41783"/>
                  </a:lnTo>
                  <a:lnTo>
                    <a:pt x="83566" y="41783"/>
                  </a:lnTo>
                  <a:moveTo>
                    <a:pt x="64516" y="41783"/>
                  </a:moveTo>
                  <a:cubicBezTo>
                    <a:pt x="64516" y="38735"/>
                    <a:pt x="63881" y="35814"/>
                    <a:pt x="62738" y="33020"/>
                  </a:cubicBezTo>
                  <a:cubicBezTo>
                    <a:pt x="61595" y="30226"/>
                    <a:pt x="59944" y="27813"/>
                    <a:pt x="57785" y="25654"/>
                  </a:cubicBezTo>
                  <a:cubicBezTo>
                    <a:pt x="55626" y="23495"/>
                    <a:pt x="53213" y="21844"/>
                    <a:pt x="50419" y="20701"/>
                  </a:cubicBezTo>
                  <a:lnTo>
                    <a:pt x="54102" y="11938"/>
                  </a:lnTo>
                  <a:lnTo>
                    <a:pt x="50419" y="20701"/>
                  </a:lnTo>
                  <a:cubicBezTo>
                    <a:pt x="47625" y="19558"/>
                    <a:pt x="44704" y="18923"/>
                    <a:pt x="41656" y="18923"/>
                  </a:cubicBezTo>
                  <a:cubicBezTo>
                    <a:pt x="38608" y="18923"/>
                    <a:pt x="35687" y="19558"/>
                    <a:pt x="32893" y="20701"/>
                  </a:cubicBezTo>
                  <a:lnTo>
                    <a:pt x="29210" y="11938"/>
                  </a:lnTo>
                  <a:lnTo>
                    <a:pt x="32893" y="20701"/>
                  </a:lnTo>
                  <a:cubicBezTo>
                    <a:pt x="30099" y="21844"/>
                    <a:pt x="27686" y="23495"/>
                    <a:pt x="25527" y="25654"/>
                  </a:cubicBezTo>
                  <a:cubicBezTo>
                    <a:pt x="23368" y="27813"/>
                    <a:pt x="21717" y="30226"/>
                    <a:pt x="20574" y="33020"/>
                  </a:cubicBezTo>
                  <a:cubicBezTo>
                    <a:pt x="19431" y="35814"/>
                    <a:pt x="18796" y="38735"/>
                    <a:pt x="18796" y="41783"/>
                  </a:cubicBezTo>
                  <a:cubicBezTo>
                    <a:pt x="18796" y="44831"/>
                    <a:pt x="19431" y="47752"/>
                    <a:pt x="20574" y="50546"/>
                  </a:cubicBezTo>
                  <a:cubicBezTo>
                    <a:pt x="21717" y="53340"/>
                    <a:pt x="23368" y="55753"/>
                    <a:pt x="25527" y="57912"/>
                  </a:cubicBezTo>
                  <a:lnTo>
                    <a:pt x="18796" y="64643"/>
                  </a:lnTo>
                  <a:lnTo>
                    <a:pt x="25527" y="57912"/>
                  </a:lnTo>
                  <a:cubicBezTo>
                    <a:pt x="27686" y="60071"/>
                    <a:pt x="30099" y="61722"/>
                    <a:pt x="32893" y="62865"/>
                  </a:cubicBezTo>
                  <a:cubicBezTo>
                    <a:pt x="35687" y="64008"/>
                    <a:pt x="38608" y="64643"/>
                    <a:pt x="41656" y="64643"/>
                  </a:cubicBezTo>
                  <a:cubicBezTo>
                    <a:pt x="44704" y="64643"/>
                    <a:pt x="47625" y="64008"/>
                    <a:pt x="50419" y="62865"/>
                  </a:cubicBezTo>
                  <a:cubicBezTo>
                    <a:pt x="53213" y="61722"/>
                    <a:pt x="55626" y="60071"/>
                    <a:pt x="57785" y="57912"/>
                  </a:cubicBezTo>
                  <a:lnTo>
                    <a:pt x="64516" y="64643"/>
                  </a:lnTo>
                  <a:lnTo>
                    <a:pt x="57785" y="57912"/>
                  </a:lnTo>
                  <a:cubicBezTo>
                    <a:pt x="59944" y="55753"/>
                    <a:pt x="61595" y="53340"/>
                    <a:pt x="62738" y="50546"/>
                  </a:cubicBezTo>
                  <a:cubicBezTo>
                    <a:pt x="63881" y="47752"/>
                    <a:pt x="64516" y="44831"/>
                    <a:pt x="64516" y="41783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351158" y="321186"/>
              <a:ext cx="79219" cy="79139"/>
            </a:xfrm>
            <a:custGeom>
              <a:avLst/>
              <a:gdLst/>
              <a:ahLst/>
              <a:cxnLst/>
              <a:rect l="l" t="t" r="r" b="b"/>
              <a:pathLst>
                <a:path w="79219" h="79139">
                  <a:moveTo>
                    <a:pt x="35052" y="19431"/>
                  </a:moveTo>
                  <a:cubicBezTo>
                    <a:pt x="33274" y="19812"/>
                    <a:pt x="31750" y="20320"/>
                    <a:pt x="30099" y="21209"/>
                  </a:cubicBezTo>
                  <a:lnTo>
                    <a:pt x="25781" y="12700"/>
                  </a:lnTo>
                  <a:lnTo>
                    <a:pt x="30099" y="21209"/>
                  </a:lnTo>
                  <a:cubicBezTo>
                    <a:pt x="28575" y="21971"/>
                    <a:pt x="27051" y="22987"/>
                    <a:pt x="25781" y="24130"/>
                  </a:cubicBezTo>
                  <a:lnTo>
                    <a:pt x="19558" y="17018"/>
                  </a:lnTo>
                  <a:lnTo>
                    <a:pt x="25781" y="24130"/>
                  </a:lnTo>
                  <a:cubicBezTo>
                    <a:pt x="24511" y="25273"/>
                    <a:pt x="23368" y="26543"/>
                    <a:pt x="22352" y="28067"/>
                  </a:cubicBezTo>
                  <a:lnTo>
                    <a:pt x="14478" y="22733"/>
                  </a:lnTo>
                  <a:lnTo>
                    <a:pt x="22352" y="28067"/>
                  </a:lnTo>
                  <a:cubicBezTo>
                    <a:pt x="21336" y="29464"/>
                    <a:pt x="20574" y="31115"/>
                    <a:pt x="19939" y="32766"/>
                  </a:cubicBezTo>
                  <a:lnTo>
                    <a:pt x="11049" y="29591"/>
                  </a:lnTo>
                  <a:lnTo>
                    <a:pt x="19939" y="32766"/>
                  </a:lnTo>
                  <a:cubicBezTo>
                    <a:pt x="19304" y="34417"/>
                    <a:pt x="18923" y="36068"/>
                    <a:pt x="18796" y="37846"/>
                  </a:cubicBezTo>
                  <a:lnTo>
                    <a:pt x="9398" y="36957"/>
                  </a:lnTo>
                  <a:lnTo>
                    <a:pt x="18796" y="37846"/>
                  </a:lnTo>
                  <a:cubicBezTo>
                    <a:pt x="18669" y="39624"/>
                    <a:pt x="18669" y="41275"/>
                    <a:pt x="19050" y="43053"/>
                  </a:cubicBezTo>
                  <a:cubicBezTo>
                    <a:pt x="19304" y="44831"/>
                    <a:pt x="19812" y="46482"/>
                    <a:pt x="20574" y="48006"/>
                  </a:cubicBezTo>
                  <a:lnTo>
                    <a:pt x="11938" y="51816"/>
                  </a:lnTo>
                  <a:lnTo>
                    <a:pt x="20574" y="48006"/>
                  </a:lnTo>
                  <a:cubicBezTo>
                    <a:pt x="21336" y="49657"/>
                    <a:pt x="22225" y="51054"/>
                    <a:pt x="23241" y="52451"/>
                  </a:cubicBezTo>
                  <a:lnTo>
                    <a:pt x="15748" y="58293"/>
                  </a:lnTo>
                  <a:lnTo>
                    <a:pt x="23241" y="52451"/>
                  </a:lnTo>
                  <a:cubicBezTo>
                    <a:pt x="24384" y="53848"/>
                    <a:pt x="25527" y="54991"/>
                    <a:pt x="26924" y="56134"/>
                  </a:cubicBezTo>
                  <a:lnTo>
                    <a:pt x="21209" y="63754"/>
                  </a:lnTo>
                  <a:lnTo>
                    <a:pt x="26924" y="56134"/>
                  </a:lnTo>
                  <a:cubicBezTo>
                    <a:pt x="28321" y="57150"/>
                    <a:pt x="29845" y="58039"/>
                    <a:pt x="31496" y="58674"/>
                  </a:cubicBezTo>
                  <a:lnTo>
                    <a:pt x="27813" y="67437"/>
                  </a:lnTo>
                  <a:lnTo>
                    <a:pt x="31496" y="58674"/>
                  </a:lnTo>
                  <a:cubicBezTo>
                    <a:pt x="33147" y="59309"/>
                    <a:pt x="34798" y="59817"/>
                    <a:pt x="36576" y="60071"/>
                  </a:cubicBezTo>
                  <a:cubicBezTo>
                    <a:pt x="38354" y="60325"/>
                    <a:pt x="40005" y="60325"/>
                    <a:pt x="41783" y="60198"/>
                  </a:cubicBezTo>
                  <a:lnTo>
                    <a:pt x="42926" y="69596"/>
                  </a:lnTo>
                  <a:lnTo>
                    <a:pt x="41783" y="60198"/>
                  </a:lnTo>
                  <a:cubicBezTo>
                    <a:pt x="43561" y="59944"/>
                    <a:pt x="45212" y="59563"/>
                    <a:pt x="46863" y="58928"/>
                  </a:cubicBezTo>
                  <a:lnTo>
                    <a:pt x="50292" y="67818"/>
                  </a:lnTo>
                  <a:lnTo>
                    <a:pt x="46863" y="58928"/>
                  </a:lnTo>
                  <a:cubicBezTo>
                    <a:pt x="48514" y="58293"/>
                    <a:pt x="50038" y="57531"/>
                    <a:pt x="51435" y="56515"/>
                  </a:cubicBezTo>
                  <a:cubicBezTo>
                    <a:pt x="52832" y="55499"/>
                    <a:pt x="54102" y="54356"/>
                    <a:pt x="55245" y="52959"/>
                  </a:cubicBezTo>
                  <a:lnTo>
                    <a:pt x="62484" y="59055"/>
                  </a:lnTo>
                  <a:lnTo>
                    <a:pt x="55245" y="52959"/>
                  </a:lnTo>
                  <a:cubicBezTo>
                    <a:pt x="56388" y="51562"/>
                    <a:pt x="57277" y="50165"/>
                    <a:pt x="58039" y="48514"/>
                  </a:cubicBezTo>
                  <a:cubicBezTo>
                    <a:pt x="58801" y="46990"/>
                    <a:pt x="59309" y="45339"/>
                    <a:pt x="59690" y="43561"/>
                  </a:cubicBezTo>
                  <a:lnTo>
                    <a:pt x="68961" y="45339"/>
                  </a:lnTo>
                  <a:lnTo>
                    <a:pt x="59690" y="43561"/>
                  </a:lnTo>
                  <a:cubicBezTo>
                    <a:pt x="60071" y="41783"/>
                    <a:pt x="60071" y="40132"/>
                    <a:pt x="60071" y="38354"/>
                  </a:cubicBezTo>
                  <a:lnTo>
                    <a:pt x="69596" y="37719"/>
                  </a:lnTo>
                  <a:lnTo>
                    <a:pt x="60071" y="38354"/>
                  </a:lnTo>
                  <a:cubicBezTo>
                    <a:pt x="59944" y="36576"/>
                    <a:pt x="59690" y="34925"/>
                    <a:pt x="59055" y="33274"/>
                  </a:cubicBezTo>
                  <a:cubicBezTo>
                    <a:pt x="58547" y="31623"/>
                    <a:pt x="57785" y="30099"/>
                    <a:pt x="56769" y="28575"/>
                  </a:cubicBezTo>
                  <a:lnTo>
                    <a:pt x="64770" y="23495"/>
                  </a:lnTo>
                  <a:lnTo>
                    <a:pt x="56769" y="28575"/>
                  </a:lnTo>
                  <a:cubicBezTo>
                    <a:pt x="55880" y="27051"/>
                    <a:pt x="54737" y="25781"/>
                    <a:pt x="53467" y="24638"/>
                  </a:cubicBezTo>
                  <a:cubicBezTo>
                    <a:pt x="52197" y="23495"/>
                    <a:pt x="50800" y="22479"/>
                    <a:pt x="49276" y="21590"/>
                  </a:cubicBezTo>
                  <a:lnTo>
                    <a:pt x="53721" y="13208"/>
                  </a:lnTo>
                  <a:lnTo>
                    <a:pt x="49276" y="21590"/>
                  </a:lnTo>
                  <a:cubicBezTo>
                    <a:pt x="47752" y="20701"/>
                    <a:pt x="46101" y="20193"/>
                    <a:pt x="44450" y="19685"/>
                  </a:cubicBezTo>
                  <a:lnTo>
                    <a:pt x="46736" y="10414"/>
                  </a:lnTo>
                  <a:lnTo>
                    <a:pt x="44450" y="19685"/>
                  </a:lnTo>
                  <a:cubicBezTo>
                    <a:pt x="42799" y="19304"/>
                    <a:pt x="41021" y="19050"/>
                    <a:pt x="39243" y="19050"/>
                  </a:cubicBezTo>
                  <a:cubicBezTo>
                    <a:pt x="34036" y="19177"/>
                    <a:pt x="29718" y="14986"/>
                    <a:pt x="29591" y="9652"/>
                  </a:cubicBezTo>
                  <a:cubicBezTo>
                    <a:pt x="29464" y="4318"/>
                    <a:pt x="33655" y="127"/>
                    <a:pt x="38989" y="0"/>
                  </a:cubicBezTo>
                  <a:cubicBezTo>
                    <a:pt x="42291" y="0"/>
                    <a:pt x="45720" y="381"/>
                    <a:pt x="48895" y="1143"/>
                  </a:cubicBezTo>
                  <a:cubicBezTo>
                    <a:pt x="52197" y="1905"/>
                    <a:pt x="55245" y="3175"/>
                    <a:pt x="58293" y="4699"/>
                  </a:cubicBezTo>
                  <a:cubicBezTo>
                    <a:pt x="61341" y="6223"/>
                    <a:pt x="64008" y="8255"/>
                    <a:pt x="66421" y="10541"/>
                  </a:cubicBezTo>
                  <a:lnTo>
                    <a:pt x="59944" y="17526"/>
                  </a:lnTo>
                  <a:lnTo>
                    <a:pt x="66421" y="10541"/>
                  </a:lnTo>
                  <a:cubicBezTo>
                    <a:pt x="68834" y="12827"/>
                    <a:pt x="70993" y="15367"/>
                    <a:pt x="72898" y="18161"/>
                  </a:cubicBezTo>
                  <a:cubicBezTo>
                    <a:pt x="74676" y="20955"/>
                    <a:pt x="76200" y="24003"/>
                    <a:pt x="77216" y="27178"/>
                  </a:cubicBezTo>
                  <a:lnTo>
                    <a:pt x="68199" y="30099"/>
                  </a:lnTo>
                  <a:lnTo>
                    <a:pt x="77216" y="27178"/>
                  </a:lnTo>
                  <a:cubicBezTo>
                    <a:pt x="78232" y="30353"/>
                    <a:pt x="78867" y="33655"/>
                    <a:pt x="79121" y="36957"/>
                  </a:cubicBezTo>
                  <a:cubicBezTo>
                    <a:pt x="79375" y="40259"/>
                    <a:pt x="79121" y="43688"/>
                    <a:pt x="78486" y="46990"/>
                  </a:cubicBezTo>
                  <a:cubicBezTo>
                    <a:pt x="77851" y="50292"/>
                    <a:pt x="76835" y="53467"/>
                    <a:pt x="75311" y="56515"/>
                  </a:cubicBezTo>
                  <a:lnTo>
                    <a:pt x="66675" y="52451"/>
                  </a:lnTo>
                  <a:lnTo>
                    <a:pt x="75311" y="56515"/>
                  </a:lnTo>
                  <a:cubicBezTo>
                    <a:pt x="73914" y="59563"/>
                    <a:pt x="72009" y="62357"/>
                    <a:pt x="69850" y="64897"/>
                  </a:cubicBezTo>
                  <a:cubicBezTo>
                    <a:pt x="67691" y="67437"/>
                    <a:pt x="65278" y="69723"/>
                    <a:pt x="62484" y="71755"/>
                  </a:cubicBezTo>
                  <a:lnTo>
                    <a:pt x="57023" y="64008"/>
                  </a:lnTo>
                  <a:lnTo>
                    <a:pt x="62611" y="71755"/>
                  </a:lnTo>
                  <a:cubicBezTo>
                    <a:pt x="59817" y="73661"/>
                    <a:pt x="56896" y="75312"/>
                    <a:pt x="53848" y="76455"/>
                  </a:cubicBezTo>
                  <a:cubicBezTo>
                    <a:pt x="50673" y="77725"/>
                    <a:pt x="47498" y="78487"/>
                    <a:pt x="44069" y="78868"/>
                  </a:cubicBezTo>
                  <a:cubicBezTo>
                    <a:pt x="40767" y="79249"/>
                    <a:pt x="37338" y="79249"/>
                    <a:pt x="34036" y="78741"/>
                  </a:cubicBezTo>
                  <a:lnTo>
                    <a:pt x="35306" y="69342"/>
                  </a:lnTo>
                  <a:lnTo>
                    <a:pt x="34036" y="78741"/>
                  </a:lnTo>
                  <a:cubicBezTo>
                    <a:pt x="30734" y="78233"/>
                    <a:pt x="27432" y="77344"/>
                    <a:pt x="24384" y="76074"/>
                  </a:cubicBezTo>
                  <a:cubicBezTo>
                    <a:pt x="21336" y="74804"/>
                    <a:pt x="18415" y="73153"/>
                    <a:pt x="15748" y="71120"/>
                  </a:cubicBezTo>
                  <a:cubicBezTo>
                    <a:pt x="13081" y="69088"/>
                    <a:pt x="10668" y="66802"/>
                    <a:pt x="8636" y="64135"/>
                  </a:cubicBezTo>
                  <a:cubicBezTo>
                    <a:pt x="6604" y="61468"/>
                    <a:pt x="4826" y="58674"/>
                    <a:pt x="3429" y="55626"/>
                  </a:cubicBezTo>
                  <a:cubicBezTo>
                    <a:pt x="2032" y="52578"/>
                    <a:pt x="1143" y="49403"/>
                    <a:pt x="508" y="45974"/>
                  </a:cubicBezTo>
                  <a:lnTo>
                    <a:pt x="9906" y="44450"/>
                  </a:lnTo>
                  <a:lnTo>
                    <a:pt x="508" y="45974"/>
                  </a:lnTo>
                  <a:cubicBezTo>
                    <a:pt x="0" y="42672"/>
                    <a:pt x="-127" y="39370"/>
                    <a:pt x="127" y="35941"/>
                  </a:cubicBezTo>
                  <a:cubicBezTo>
                    <a:pt x="381" y="32639"/>
                    <a:pt x="1143" y="29337"/>
                    <a:pt x="2286" y="26162"/>
                  </a:cubicBezTo>
                  <a:cubicBezTo>
                    <a:pt x="3429" y="22987"/>
                    <a:pt x="4953" y="20066"/>
                    <a:pt x="6858" y="17272"/>
                  </a:cubicBezTo>
                  <a:cubicBezTo>
                    <a:pt x="8763" y="14478"/>
                    <a:pt x="10922" y="11938"/>
                    <a:pt x="13462" y="9779"/>
                  </a:cubicBezTo>
                  <a:cubicBezTo>
                    <a:pt x="16002" y="7620"/>
                    <a:pt x="18796" y="5715"/>
                    <a:pt x="21717" y="4191"/>
                  </a:cubicBezTo>
                  <a:cubicBezTo>
                    <a:pt x="24765" y="2667"/>
                    <a:pt x="27813" y="1524"/>
                    <a:pt x="31115" y="889"/>
                  </a:cubicBezTo>
                  <a:cubicBezTo>
                    <a:pt x="36195" y="-254"/>
                    <a:pt x="41275" y="3048"/>
                    <a:pt x="42418" y="8128"/>
                  </a:cubicBezTo>
                  <a:cubicBezTo>
                    <a:pt x="43561" y="13208"/>
                    <a:pt x="40259" y="18288"/>
                    <a:pt x="35179" y="19431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408393" y="63458"/>
              <a:ext cx="102701" cy="40979"/>
            </a:xfrm>
            <a:custGeom>
              <a:avLst/>
              <a:gdLst/>
              <a:ahLst/>
              <a:cxnLst/>
              <a:rect l="l" t="t" r="r" b="b"/>
              <a:pathLst>
                <a:path w="102701" h="40979">
                  <a:moveTo>
                    <a:pt x="7027" y="22268"/>
                  </a:moveTo>
                  <a:lnTo>
                    <a:pt x="90848" y="297"/>
                  </a:lnTo>
                  <a:cubicBezTo>
                    <a:pt x="95928" y="-973"/>
                    <a:pt x="101135" y="1948"/>
                    <a:pt x="102405" y="7028"/>
                  </a:cubicBezTo>
                  <a:cubicBezTo>
                    <a:pt x="103675" y="12108"/>
                    <a:pt x="100754" y="17315"/>
                    <a:pt x="95674" y="18585"/>
                  </a:cubicBezTo>
                  <a:lnTo>
                    <a:pt x="11853" y="40683"/>
                  </a:lnTo>
                  <a:cubicBezTo>
                    <a:pt x="6773" y="41953"/>
                    <a:pt x="1566" y="39032"/>
                    <a:pt x="296" y="33952"/>
                  </a:cubicBezTo>
                  <a:cubicBezTo>
                    <a:pt x="-974" y="28872"/>
                    <a:pt x="1947" y="23665"/>
                    <a:pt x="7027" y="22395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21730" y="65517"/>
              <a:ext cx="389004" cy="391958"/>
            </a:xfrm>
            <a:custGeom>
              <a:avLst/>
              <a:gdLst/>
              <a:ahLst/>
              <a:cxnLst/>
              <a:rect l="l" t="t" r="r" b="b"/>
              <a:pathLst>
                <a:path w="389004" h="391958">
                  <a:moveTo>
                    <a:pt x="386147" y="16145"/>
                  </a:moveTo>
                  <a:lnTo>
                    <a:pt x="16320" y="389147"/>
                  </a:lnTo>
                  <a:cubicBezTo>
                    <a:pt x="12637" y="392830"/>
                    <a:pt x="6668" y="392957"/>
                    <a:pt x="2858" y="389147"/>
                  </a:cubicBezTo>
                  <a:cubicBezTo>
                    <a:pt x="-952" y="385337"/>
                    <a:pt x="-952" y="379495"/>
                    <a:pt x="2858" y="375685"/>
                  </a:cubicBezTo>
                  <a:lnTo>
                    <a:pt x="372685" y="2810"/>
                  </a:lnTo>
                  <a:cubicBezTo>
                    <a:pt x="376368" y="-873"/>
                    <a:pt x="382337" y="-1000"/>
                    <a:pt x="386147" y="2810"/>
                  </a:cubicBezTo>
                  <a:cubicBezTo>
                    <a:pt x="389957" y="6620"/>
                    <a:pt x="389957" y="12462"/>
                    <a:pt x="386147" y="16272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150217" y="304269"/>
              <a:ext cx="23800" cy="81459"/>
            </a:xfrm>
            <a:custGeom>
              <a:avLst/>
              <a:gdLst/>
              <a:ahLst/>
              <a:cxnLst/>
              <a:rect l="l" t="t" r="r" b="b"/>
              <a:pathLst>
                <a:path w="23800" h="81459">
                  <a:moveTo>
                    <a:pt x="25" y="71273"/>
                  </a:moveTo>
                  <a:lnTo>
                    <a:pt x="4851" y="8789"/>
                  </a:lnTo>
                  <a:cubicBezTo>
                    <a:pt x="5232" y="3582"/>
                    <a:pt x="9804" y="-355"/>
                    <a:pt x="15011" y="26"/>
                  </a:cubicBezTo>
                  <a:cubicBezTo>
                    <a:pt x="20218" y="407"/>
                    <a:pt x="24155" y="4979"/>
                    <a:pt x="23774" y="10186"/>
                  </a:cubicBezTo>
                  <a:lnTo>
                    <a:pt x="18948" y="72670"/>
                  </a:lnTo>
                  <a:cubicBezTo>
                    <a:pt x="18567" y="77877"/>
                    <a:pt x="13995" y="81814"/>
                    <a:pt x="8788" y="81433"/>
                  </a:cubicBezTo>
                  <a:cubicBezTo>
                    <a:pt x="3581" y="81052"/>
                    <a:pt x="-356" y="76480"/>
                    <a:pt x="25" y="71273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473360" y="65433"/>
              <a:ext cx="37283" cy="103070"/>
            </a:xfrm>
            <a:custGeom>
              <a:avLst/>
              <a:gdLst/>
              <a:ahLst/>
              <a:cxnLst/>
              <a:rect l="l" t="t" r="r" b="b"/>
              <a:pathLst>
                <a:path w="37283" h="103070">
                  <a:moveTo>
                    <a:pt x="227" y="91540"/>
                  </a:moveTo>
                  <a:lnTo>
                    <a:pt x="18515" y="7466"/>
                  </a:lnTo>
                  <a:cubicBezTo>
                    <a:pt x="19658" y="2386"/>
                    <a:pt x="24738" y="-916"/>
                    <a:pt x="29818" y="227"/>
                  </a:cubicBezTo>
                  <a:cubicBezTo>
                    <a:pt x="34898" y="1370"/>
                    <a:pt x="38200" y="6450"/>
                    <a:pt x="37057" y="11530"/>
                  </a:cubicBezTo>
                  <a:lnTo>
                    <a:pt x="18769" y="95604"/>
                  </a:lnTo>
                  <a:cubicBezTo>
                    <a:pt x="17626" y="100684"/>
                    <a:pt x="12546" y="103987"/>
                    <a:pt x="7466" y="102844"/>
                  </a:cubicBezTo>
                  <a:cubicBezTo>
                    <a:pt x="2386" y="101700"/>
                    <a:pt x="-916" y="96620"/>
                    <a:pt x="227" y="91540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118643" y="435593"/>
              <a:ext cx="22176" cy="22013"/>
            </a:xfrm>
            <a:custGeom>
              <a:avLst/>
              <a:gdLst/>
              <a:ahLst/>
              <a:cxnLst/>
              <a:rect l="l" t="t" r="r" b="b"/>
              <a:pathLst>
                <a:path w="22176" h="22013">
                  <a:moveTo>
                    <a:pt x="15978" y="2561"/>
                  </a:moveTo>
                  <a:lnTo>
                    <a:pt x="19153" y="5482"/>
                  </a:lnTo>
                  <a:cubicBezTo>
                    <a:pt x="22963" y="9038"/>
                    <a:pt x="23217" y="15007"/>
                    <a:pt x="19661" y="18944"/>
                  </a:cubicBezTo>
                  <a:cubicBezTo>
                    <a:pt x="16105" y="22881"/>
                    <a:pt x="10136" y="23008"/>
                    <a:pt x="6199" y="19452"/>
                  </a:cubicBezTo>
                  <a:lnTo>
                    <a:pt x="3024" y="16531"/>
                  </a:lnTo>
                  <a:cubicBezTo>
                    <a:pt x="-786" y="12975"/>
                    <a:pt x="-1040" y="7006"/>
                    <a:pt x="2516" y="3069"/>
                  </a:cubicBezTo>
                  <a:cubicBezTo>
                    <a:pt x="6072" y="-868"/>
                    <a:pt x="12041" y="-995"/>
                    <a:pt x="15978" y="2561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374738" y="320382"/>
              <a:ext cx="24722" cy="20404"/>
            </a:xfrm>
            <a:custGeom>
              <a:avLst/>
              <a:gdLst/>
              <a:ahLst/>
              <a:cxnLst/>
              <a:rect l="l" t="t" r="r" b="b"/>
              <a:pathLst>
                <a:path w="24722" h="20404">
                  <a:moveTo>
                    <a:pt x="7027" y="1820"/>
                  </a:moveTo>
                  <a:lnTo>
                    <a:pt x="12869" y="296"/>
                  </a:lnTo>
                  <a:cubicBezTo>
                    <a:pt x="17949" y="-974"/>
                    <a:pt x="23156" y="1947"/>
                    <a:pt x="24426" y="7027"/>
                  </a:cubicBezTo>
                  <a:cubicBezTo>
                    <a:pt x="25696" y="12107"/>
                    <a:pt x="22775" y="17314"/>
                    <a:pt x="17695" y="18584"/>
                  </a:cubicBezTo>
                  <a:lnTo>
                    <a:pt x="11853" y="20108"/>
                  </a:lnTo>
                  <a:cubicBezTo>
                    <a:pt x="6773" y="21378"/>
                    <a:pt x="1566" y="18457"/>
                    <a:pt x="296" y="13377"/>
                  </a:cubicBezTo>
                  <a:cubicBezTo>
                    <a:pt x="-974" y="8297"/>
                    <a:pt x="1947" y="3090"/>
                    <a:pt x="7027" y="1820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155957" y="214962"/>
              <a:ext cx="244503" cy="124157"/>
            </a:xfrm>
            <a:custGeom>
              <a:avLst/>
              <a:gdLst/>
              <a:ahLst/>
              <a:cxnLst/>
              <a:rect l="l" t="t" r="r" b="b"/>
              <a:pathLst>
                <a:path w="244503" h="124157">
                  <a:moveTo>
                    <a:pt x="0" y="96826"/>
                  </a:moveTo>
                  <a:cubicBezTo>
                    <a:pt x="1651" y="89714"/>
                    <a:pt x="3810" y="82729"/>
                    <a:pt x="6731" y="75871"/>
                  </a:cubicBezTo>
                  <a:cubicBezTo>
                    <a:pt x="9525" y="69140"/>
                    <a:pt x="12954" y="62662"/>
                    <a:pt x="17018" y="56439"/>
                  </a:cubicBezTo>
                  <a:cubicBezTo>
                    <a:pt x="21082" y="50216"/>
                    <a:pt x="25527" y="44501"/>
                    <a:pt x="30607" y="39167"/>
                  </a:cubicBezTo>
                  <a:lnTo>
                    <a:pt x="37593" y="45644"/>
                  </a:lnTo>
                  <a:lnTo>
                    <a:pt x="30607" y="39167"/>
                  </a:lnTo>
                  <a:cubicBezTo>
                    <a:pt x="35688" y="33833"/>
                    <a:pt x="41149" y="28880"/>
                    <a:pt x="46991" y="24562"/>
                  </a:cubicBezTo>
                  <a:lnTo>
                    <a:pt x="52706" y="32182"/>
                  </a:lnTo>
                  <a:lnTo>
                    <a:pt x="46991" y="24562"/>
                  </a:lnTo>
                  <a:cubicBezTo>
                    <a:pt x="52833" y="20117"/>
                    <a:pt x="59183" y="16307"/>
                    <a:pt x="65660" y="13005"/>
                  </a:cubicBezTo>
                  <a:lnTo>
                    <a:pt x="69851" y="21514"/>
                  </a:lnTo>
                  <a:lnTo>
                    <a:pt x="65660" y="13005"/>
                  </a:lnTo>
                  <a:cubicBezTo>
                    <a:pt x="72264" y="9703"/>
                    <a:pt x="79122" y="7036"/>
                    <a:pt x="86107" y="5004"/>
                  </a:cubicBezTo>
                  <a:lnTo>
                    <a:pt x="88774" y="14148"/>
                  </a:lnTo>
                  <a:lnTo>
                    <a:pt x="86107" y="5004"/>
                  </a:lnTo>
                  <a:cubicBezTo>
                    <a:pt x="93219" y="2972"/>
                    <a:pt x="100331" y="1575"/>
                    <a:pt x="107697" y="686"/>
                  </a:cubicBezTo>
                  <a:cubicBezTo>
                    <a:pt x="115063" y="-76"/>
                    <a:pt x="122302" y="-203"/>
                    <a:pt x="129668" y="305"/>
                  </a:cubicBezTo>
                  <a:lnTo>
                    <a:pt x="129033" y="9830"/>
                  </a:lnTo>
                  <a:lnTo>
                    <a:pt x="129668" y="305"/>
                  </a:lnTo>
                  <a:cubicBezTo>
                    <a:pt x="137034" y="813"/>
                    <a:pt x="144273" y="1956"/>
                    <a:pt x="151385" y="3734"/>
                  </a:cubicBezTo>
                  <a:lnTo>
                    <a:pt x="149099" y="12878"/>
                  </a:lnTo>
                  <a:lnTo>
                    <a:pt x="151385" y="3734"/>
                  </a:lnTo>
                  <a:cubicBezTo>
                    <a:pt x="158498" y="5512"/>
                    <a:pt x="165483" y="7925"/>
                    <a:pt x="172087" y="10973"/>
                  </a:cubicBezTo>
                  <a:lnTo>
                    <a:pt x="168150" y="19609"/>
                  </a:lnTo>
                  <a:lnTo>
                    <a:pt x="172087" y="10973"/>
                  </a:lnTo>
                  <a:cubicBezTo>
                    <a:pt x="178818" y="14021"/>
                    <a:pt x="185168" y="17577"/>
                    <a:pt x="191264" y="21768"/>
                  </a:cubicBezTo>
                  <a:lnTo>
                    <a:pt x="185930" y="29642"/>
                  </a:lnTo>
                  <a:lnTo>
                    <a:pt x="191264" y="21768"/>
                  </a:lnTo>
                  <a:cubicBezTo>
                    <a:pt x="197360" y="25959"/>
                    <a:pt x="202948" y="30658"/>
                    <a:pt x="208155" y="35738"/>
                  </a:cubicBezTo>
                  <a:lnTo>
                    <a:pt x="201424" y="42469"/>
                  </a:lnTo>
                  <a:lnTo>
                    <a:pt x="208155" y="35738"/>
                  </a:lnTo>
                  <a:cubicBezTo>
                    <a:pt x="213362" y="40945"/>
                    <a:pt x="218061" y="46533"/>
                    <a:pt x="222379" y="52502"/>
                  </a:cubicBezTo>
                  <a:cubicBezTo>
                    <a:pt x="226570" y="58471"/>
                    <a:pt x="230253" y="64821"/>
                    <a:pt x="233301" y="71553"/>
                  </a:cubicBezTo>
                  <a:lnTo>
                    <a:pt x="224665" y="75490"/>
                  </a:lnTo>
                  <a:lnTo>
                    <a:pt x="233301" y="71553"/>
                  </a:lnTo>
                  <a:cubicBezTo>
                    <a:pt x="236349" y="78284"/>
                    <a:pt x="238889" y="85142"/>
                    <a:pt x="240794" y="92254"/>
                  </a:cubicBezTo>
                  <a:cubicBezTo>
                    <a:pt x="242699" y="99366"/>
                    <a:pt x="243842" y="106605"/>
                    <a:pt x="244477" y="113971"/>
                  </a:cubicBezTo>
                  <a:cubicBezTo>
                    <a:pt x="244858" y="119178"/>
                    <a:pt x="241048" y="123750"/>
                    <a:pt x="235714" y="124131"/>
                  </a:cubicBezTo>
                  <a:cubicBezTo>
                    <a:pt x="230380" y="124512"/>
                    <a:pt x="225935" y="120702"/>
                    <a:pt x="225554" y="115368"/>
                  </a:cubicBezTo>
                  <a:cubicBezTo>
                    <a:pt x="225046" y="109145"/>
                    <a:pt x="224030" y="103049"/>
                    <a:pt x="222506" y="97080"/>
                  </a:cubicBezTo>
                  <a:lnTo>
                    <a:pt x="231650" y="94667"/>
                  </a:lnTo>
                  <a:lnTo>
                    <a:pt x="222506" y="97080"/>
                  </a:lnTo>
                  <a:cubicBezTo>
                    <a:pt x="220982" y="91111"/>
                    <a:pt x="218823" y="85269"/>
                    <a:pt x="216156" y="79554"/>
                  </a:cubicBezTo>
                  <a:cubicBezTo>
                    <a:pt x="213489" y="73966"/>
                    <a:pt x="210441" y="68505"/>
                    <a:pt x="206885" y="63424"/>
                  </a:cubicBezTo>
                  <a:lnTo>
                    <a:pt x="214632" y="57963"/>
                  </a:lnTo>
                  <a:lnTo>
                    <a:pt x="206885" y="63424"/>
                  </a:lnTo>
                  <a:cubicBezTo>
                    <a:pt x="203329" y="58344"/>
                    <a:pt x="199265" y="53645"/>
                    <a:pt x="194947" y="49200"/>
                  </a:cubicBezTo>
                  <a:cubicBezTo>
                    <a:pt x="190629" y="44755"/>
                    <a:pt x="185803" y="40818"/>
                    <a:pt x="180596" y="37262"/>
                  </a:cubicBezTo>
                  <a:cubicBezTo>
                    <a:pt x="175516" y="33706"/>
                    <a:pt x="170055" y="30658"/>
                    <a:pt x="164467" y="28118"/>
                  </a:cubicBezTo>
                  <a:cubicBezTo>
                    <a:pt x="158879" y="25578"/>
                    <a:pt x="152909" y="23546"/>
                    <a:pt x="146940" y="22022"/>
                  </a:cubicBezTo>
                  <a:cubicBezTo>
                    <a:pt x="140844" y="20498"/>
                    <a:pt x="134748" y="19482"/>
                    <a:pt x="128525" y="19101"/>
                  </a:cubicBezTo>
                  <a:cubicBezTo>
                    <a:pt x="122302" y="18720"/>
                    <a:pt x="116079" y="18720"/>
                    <a:pt x="109983" y="19482"/>
                  </a:cubicBezTo>
                  <a:lnTo>
                    <a:pt x="108967" y="10084"/>
                  </a:lnTo>
                  <a:lnTo>
                    <a:pt x="109983" y="19482"/>
                  </a:lnTo>
                  <a:cubicBezTo>
                    <a:pt x="103760" y="20117"/>
                    <a:pt x="97664" y="21387"/>
                    <a:pt x="91695" y="23038"/>
                  </a:cubicBezTo>
                  <a:cubicBezTo>
                    <a:pt x="85726" y="24816"/>
                    <a:pt x="79884" y="27102"/>
                    <a:pt x="74423" y="29769"/>
                  </a:cubicBezTo>
                  <a:cubicBezTo>
                    <a:pt x="68962" y="32436"/>
                    <a:pt x="63628" y="35738"/>
                    <a:pt x="58548" y="39548"/>
                  </a:cubicBezTo>
                  <a:cubicBezTo>
                    <a:pt x="53595" y="43231"/>
                    <a:pt x="48896" y="47422"/>
                    <a:pt x="44705" y="51994"/>
                  </a:cubicBezTo>
                  <a:cubicBezTo>
                    <a:pt x="40514" y="56566"/>
                    <a:pt x="36577" y="61392"/>
                    <a:pt x="33275" y="66599"/>
                  </a:cubicBezTo>
                  <a:lnTo>
                    <a:pt x="25273" y="61392"/>
                  </a:lnTo>
                  <a:lnTo>
                    <a:pt x="33275" y="66599"/>
                  </a:lnTo>
                  <a:cubicBezTo>
                    <a:pt x="29845" y="71807"/>
                    <a:pt x="26924" y="77268"/>
                    <a:pt x="24511" y="82983"/>
                  </a:cubicBezTo>
                  <a:lnTo>
                    <a:pt x="15748" y="79300"/>
                  </a:lnTo>
                  <a:lnTo>
                    <a:pt x="24511" y="82983"/>
                  </a:lnTo>
                  <a:cubicBezTo>
                    <a:pt x="22098" y="88698"/>
                    <a:pt x="20193" y="94667"/>
                    <a:pt x="18796" y="100763"/>
                  </a:cubicBezTo>
                  <a:cubicBezTo>
                    <a:pt x="17653" y="105843"/>
                    <a:pt x="12573" y="109145"/>
                    <a:pt x="7493" y="108002"/>
                  </a:cubicBezTo>
                  <a:cubicBezTo>
                    <a:pt x="2413" y="106859"/>
                    <a:pt x="-889" y="101779"/>
                    <a:pt x="254" y="96699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6572" y="6905825"/>
            <a:ext cx="10356847" cy="803272"/>
            <a:chOff x="0" y="0"/>
            <a:chExt cx="10356850" cy="803275"/>
          </a:xfrm>
        </p:grpSpPr>
        <p:sp>
          <p:nvSpPr>
            <p:cNvPr id="34" name="Freeform 34"/>
            <p:cNvSpPr/>
            <p:nvPr/>
          </p:nvSpPr>
          <p:spPr>
            <a:xfrm>
              <a:off x="63500" y="63500"/>
              <a:ext cx="10229977" cy="676402"/>
            </a:xfrm>
            <a:custGeom>
              <a:avLst/>
              <a:gdLst/>
              <a:ahLst/>
              <a:cxnLst/>
              <a:rect l="l" t="t" r="r" b="b"/>
              <a:pathLst>
                <a:path w="10229977" h="676402">
                  <a:moveTo>
                    <a:pt x="0" y="65481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10208387" y="0"/>
                  </a:lnTo>
                  <a:cubicBezTo>
                    <a:pt x="10211181" y="0"/>
                    <a:pt x="10213975" y="508"/>
                    <a:pt x="10216642" y="1651"/>
                  </a:cubicBezTo>
                  <a:cubicBezTo>
                    <a:pt x="10219309" y="2794"/>
                    <a:pt x="10221595" y="4318"/>
                    <a:pt x="10223627" y="6350"/>
                  </a:cubicBezTo>
                  <a:cubicBezTo>
                    <a:pt x="10225659" y="8382"/>
                    <a:pt x="10227183" y="10668"/>
                    <a:pt x="10228326" y="13335"/>
                  </a:cubicBezTo>
                  <a:cubicBezTo>
                    <a:pt x="10229469" y="16002"/>
                    <a:pt x="10229977" y="18669"/>
                    <a:pt x="10229977" y="21590"/>
                  </a:cubicBezTo>
                  <a:lnTo>
                    <a:pt x="10229977" y="654812"/>
                  </a:lnTo>
                  <a:cubicBezTo>
                    <a:pt x="10229977" y="657606"/>
                    <a:pt x="10229469" y="660400"/>
                    <a:pt x="10228326" y="663067"/>
                  </a:cubicBezTo>
                  <a:cubicBezTo>
                    <a:pt x="10227183" y="665734"/>
                    <a:pt x="10225659" y="668020"/>
                    <a:pt x="10223627" y="670052"/>
                  </a:cubicBezTo>
                  <a:cubicBezTo>
                    <a:pt x="10221595" y="672084"/>
                    <a:pt x="10219309" y="673608"/>
                    <a:pt x="10216642" y="674751"/>
                  </a:cubicBezTo>
                  <a:cubicBezTo>
                    <a:pt x="10213975" y="675894"/>
                    <a:pt x="10211308" y="676402"/>
                    <a:pt x="10208387" y="676402"/>
                  </a:cubicBezTo>
                  <a:lnTo>
                    <a:pt x="21463" y="676402"/>
                  </a:lnTo>
                  <a:cubicBezTo>
                    <a:pt x="18669" y="676402"/>
                    <a:pt x="15875" y="675894"/>
                    <a:pt x="13208" y="674751"/>
                  </a:cubicBezTo>
                  <a:cubicBezTo>
                    <a:pt x="10541" y="673608"/>
                    <a:pt x="8255" y="672084"/>
                    <a:pt x="6223" y="670052"/>
                  </a:cubicBezTo>
                  <a:cubicBezTo>
                    <a:pt x="4191" y="668020"/>
                    <a:pt x="2667" y="665734"/>
                    <a:pt x="1524" y="663067"/>
                  </a:cubicBezTo>
                  <a:cubicBezTo>
                    <a:pt x="381" y="660400"/>
                    <a:pt x="0" y="657733"/>
                    <a:pt x="0" y="654812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267081" y="312293"/>
              <a:ext cx="150114" cy="150114"/>
            </a:xfrm>
            <a:custGeom>
              <a:avLst/>
              <a:gdLst/>
              <a:ahLst/>
              <a:cxnLst/>
              <a:rect l="l" t="t" r="r" b="b"/>
              <a:pathLst>
                <a:path w="150114" h="150114">
                  <a:moveTo>
                    <a:pt x="21463" y="16129"/>
                  </a:moveTo>
                  <a:cubicBezTo>
                    <a:pt x="18542" y="16129"/>
                    <a:pt x="16129" y="18542"/>
                    <a:pt x="16129" y="21463"/>
                  </a:cubicBezTo>
                  <a:lnTo>
                    <a:pt x="16129" y="128651"/>
                  </a:lnTo>
                  <a:cubicBezTo>
                    <a:pt x="16129" y="131572"/>
                    <a:pt x="18542" y="133985"/>
                    <a:pt x="21463" y="133985"/>
                  </a:cubicBezTo>
                  <a:lnTo>
                    <a:pt x="96520" y="133985"/>
                  </a:lnTo>
                  <a:lnTo>
                    <a:pt x="96520" y="107188"/>
                  </a:lnTo>
                  <a:cubicBezTo>
                    <a:pt x="96520" y="101219"/>
                    <a:pt x="101346" y="96520"/>
                    <a:pt x="107188" y="96520"/>
                  </a:cubicBezTo>
                  <a:lnTo>
                    <a:pt x="133985" y="96520"/>
                  </a:lnTo>
                  <a:lnTo>
                    <a:pt x="133985" y="21463"/>
                  </a:lnTo>
                  <a:cubicBezTo>
                    <a:pt x="133985" y="18542"/>
                    <a:pt x="131572" y="16129"/>
                    <a:pt x="128651" y="16129"/>
                  </a:cubicBezTo>
                  <a:lnTo>
                    <a:pt x="21463" y="16129"/>
                  </a:lnTo>
                  <a:close/>
                  <a:moveTo>
                    <a:pt x="96520" y="150114"/>
                  </a:moveTo>
                  <a:lnTo>
                    <a:pt x="21463" y="150114"/>
                  </a:lnTo>
                  <a:cubicBezTo>
                    <a:pt x="9652" y="150114"/>
                    <a:pt x="0" y="140462"/>
                    <a:pt x="0" y="128651"/>
                  </a:cubicBezTo>
                  <a:lnTo>
                    <a:pt x="0" y="21463"/>
                  </a:lnTo>
                  <a:cubicBezTo>
                    <a:pt x="0" y="9652"/>
                    <a:pt x="9652" y="0"/>
                    <a:pt x="21463" y="0"/>
                  </a:cubicBezTo>
                  <a:lnTo>
                    <a:pt x="128651" y="0"/>
                  </a:lnTo>
                  <a:cubicBezTo>
                    <a:pt x="140462" y="0"/>
                    <a:pt x="150114" y="9652"/>
                    <a:pt x="150114" y="21463"/>
                  </a:cubicBezTo>
                  <a:lnTo>
                    <a:pt x="150114" y="96520"/>
                  </a:lnTo>
                  <a:lnTo>
                    <a:pt x="150114" y="98425"/>
                  </a:lnTo>
                  <a:cubicBezTo>
                    <a:pt x="150114" y="104140"/>
                    <a:pt x="147828" y="109601"/>
                    <a:pt x="143891" y="113538"/>
                  </a:cubicBezTo>
                  <a:lnTo>
                    <a:pt x="113538" y="143891"/>
                  </a:lnTo>
                  <a:cubicBezTo>
                    <a:pt x="109474" y="147955"/>
                    <a:pt x="104013" y="150114"/>
                    <a:pt x="98425" y="150114"/>
                  </a:cubicBezTo>
                  <a:lnTo>
                    <a:pt x="96520" y="150114"/>
                  </a:lnTo>
                  <a:close/>
                </a:path>
              </a:pathLst>
            </a:custGeom>
            <a:solidFill>
              <a:srgbClr val="9936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49585" y="5134213"/>
            <a:ext cx="568995" cy="574615"/>
            <a:chOff x="0" y="0"/>
            <a:chExt cx="568998" cy="574612"/>
          </a:xfrm>
        </p:grpSpPr>
        <p:sp>
          <p:nvSpPr>
            <p:cNvPr id="37" name="Freeform 37"/>
            <p:cNvSpPr/>
            <p:nvPr/>
          </p:nvSpPr>
          <p:spPr>
            <a:xfrm>
              <a:off x="193192" y="63500"/>
              <a:ext cx="115818" cy="32148"/>
            </a:xfrm>
            <a:custGeom>
              <a:avLst/>
              <a:gdLst/>
              <a:ahLst/>
              <a:cxnLst/>
              <a:rect l="l" t="t" r="r" b="b"/>
              <a:pathLst>
                <a:path w="115818" h="32148">
                  <a:moveTo>
                    <a:pt x="102847" y="31623"/>
                  </a:moveTo>
                  <a:cubicBezTo>
                    <a:pt x="92052" y="27432"/>
                    <a:pt x="81130" y="24130"/>
                    <a:pt x="69954" y="21590"/>
                  </a:cubicBezTo>
                  <a:lnTo>
                    <a:pt x="71986" y="12319"/>
                  </a:lnTo>
                  <a:lnTo>
                    <a:pt x="70589" y="21717"/>
                  </a:lnTo>
                  <a:cubicBezTo>
                    <a:pt x="58524" y="19939"/>
                    <a:pt x="44808" y="19050"/>
                    <a:pt x="33886" y="18923"/>
                  </a:cubicBezTo>
                  <a:lnTo>
                    <a:pt x="33886" y="9398"/>
                  </a:lnTo>
                  <a:lnTo>
                    <a:pt x="34648" y="18923"/>
                  </a:lnTo>
                  <a:cubicBezTo>
                    <a:pt x="26138" y="19558"/>
                    <a:pt x="18264" y="20447"/>
                    <a:pt x="10898" y="21590"/>
                  </a:cubicBezTo>
                  <a:cubicBezTo>
                    <a:pt x="5691" y="22352"/>
                    <a:pt x="865" y="18796"/>
                    <a:pt x="103" y="13716"/>
                  </a:cubicBezTo>
                  <a:cubicBezTo>
                    <a:pt x="-659" y="8636"/>
                    <a:pt x="2897" y="3683"/>
                    <a:pt x="7977" y="2921"/>
                  </a:cubicBezTo>
                  <a:cubicBezTo>
                    <a:pt x="15851" y="1651"/>
                    <a:pt x="24360" y="762"/>
                    <a:pt x="33251" y="0"/>
                  </a:cubicBezTo>
                  <a:cubicBezTo>
                    <a:pt x="33505" y="0"/>
                    <a:pt x="33759" y="0"/>
                    <a:pt x="34013" y="0"/>
                  </a:cubicBezTo>
                  <a:cubicBezTo>
                    <a:pt x="45951" y="0"/>
                    <a:pt x="60556" y="1016"/>
                    <a:pt x="73383" y="2921"/>
                  </a:cubicBezTo>
                  <a:cubicBezTo>
                    <a:pt x="73637" y="2921"/>
                    <a:pt x="73891" y="3048"/>
                    <a:pt x="74018" y="3048"/>
                  </a:cubicBezTo>
                  <a:cubicBezTo>
                    <a:pt x="86083" y="5715"/>
                    <a:pt x="98021" y="9271"/>
                    <a:pt x="109832" y="13843"/>
                  </a:cubicBezTo>
                  <a:cubicBezTo>
                    <a:pt x="114658" y="15748"/>
                    <a:pt x="117071" y="21336"/>
                    <a:pt x="115166" y="26162"/>
                  </a:cubicBezTo>
                  <a:cubicBezTo>
                    <a:pt x="113261" y="30988"/>
                    <a:pt x="107673" y="33401"/>
                    <a:pt x="102847" y="31496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171798" y="369970"/>
              <a:ext cx="141494" cy="33721"/>
            </a:xfrm>
            <a:custGeom>
              <a:avLst/>
              <a:gdLst/>
              <a:ahLst/>
              <a:cxnLst/>
              <a:rect l="l" t="t" r="r" b="b"/>
              <a:pathLst>
                <a:path w="141494" h="33721">
                  <a:moveTo>
                    <a:pt x="11972" y="5822"/>
                  </a:moveTo>
                  <a:cubicBezTo>
                    <a:pt x="26958" y="10394"/>
                    <a:pt x="42198" y="13315"/>
                    <a:pt x="56042" y="14712"/>
                  </a:cubicBezTo>
                  <a:lnTo>
                    <a:pt x="55026" y="24110"/>
                  </a:lnTo>
                  <a:lnTo>
                    <a:pt x="55407" y="14585"/>
                  </a:lnTo>
                  <a:cubicBezTo>
                    <a:pt x="62519" y="14839"/>
                    <a:pt x="70520" y="14712"/>
                    <a:pt x="86649" y="13188"/>
                  </a:cubicBezTo>
                  <a:lnTo>
                    <a:pt x="87538" y="22586"/>
                  </a:lnTo>
                  <a:lnTo>
                    <a:pt x="85760" y="13315"/>
                  </a:lnTo>
                  <a:cubicBezTo>
                    <a:pt x="101254" y="10394"/>
                    <a:pt x="115478" y="6076"/>
                    <a:pt x="128305" y="742"/>
                  </a:cubicBezTo>
                  <a:cubicBezTo>
                    <a:pt x="133131" y="-1290"/>
                    <a:pt x="138719" y="996"/>
                    <a:pt x="140751" y="5822"/>
                  </a:cubicBezTo>
                  <a:cubicBezTo>
                    <a:pt x="142783" y="10648"/>
                    <a:pt x="140497" y="16236"/>
                    <a:pt x="135671" y="18268"/>
                  </a:cubicBezTo>
                  <a:cubicBezTo>
                    <a:pt x="121574" y="24110"/>
                    <a:pt x="106080" y="28809"/>
                    <a:pt x="89443" y="31984"/>
                  </a:cubicBezTo>
                  <a:cubicBezTo>
                    <a:pt x="89189" y="31984"/>
                    <a:pt x="88808" y="32111"/>
                    <a:pt x="88554" y="32111"/>
                  </a:cubicBezTo>
                  <a:cubicBezTo>
                    <a:pt x="71917" y="33635"/>
                    <a:pt x="62900" y="33889"/>
                    <a:pt x="54899" y="33635"/>
                  </a:cubicBezTo>
                  <a:cubicBezTo>
                    <a:pt x="54645" y="33635"/>
                    <a:pt x="54518" y="33635"/>
                    <a:pt x="54264" y="33635"/>
                  </a:cubicBezTo>
                  <a:cubicBezTo>
                    <a:pt x="39277" y="32111"/>
                    <a:pt x="22894" y="28809"/>
                    <a:pt x="6765" y="23983"/>
                  </a:cubicBezTo>
                  <a:cubicBezTo>
                    <a:pt x="1685" y="22459"/>
                    <a:pt x="-1109" y="17125"/>
                    <a:pt x="415" y="12172"/>
                  </a:cubicBezTo>
                  <a:cubicBezTo>
                    <a:pt x="1939" y="7219"/>
                    <a:pt x="7273" y="4298"/>
                    <a:pt x="12226" y="5822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289635" y="76781"/>
              <a:ext cx="116354" cy="282790"/>
            </a:xfrm>
            <a:custGeom>
              <a:avLst/>
              <a:gdLst/>
              <a:ahLst/>
              <a:cxnLst/>
              <a:rect l="l" t="t" r="r" b="b"/>
              <a:pathLst>
                <a:path w="116354" h="282790">
                  <a:moveTo>
                    <a:pt x="50219" y="266245"/>
                  </a:moveTo>
                  <a:cubicBezTo>
                    <a:pt x="54791" y="261927"/>
                    <a:pt x="58982" y="257482"/>
                    <a:pt x="62919" y="252656"/>
                  </a:cubicBezTo>
                  <a:lnTo>
                    <a:pt x="70285" y="258752"/>
                  </a:lnTo>
                  <a:lnTo>
                    <a:pt x="62919" y="252656"/>
                  </a:lnTo>
                  <a:cubicBezTo>
                    <a:pt x="66856" y="247830"/>
                    <a:pt x="70539" y="242877"/>
                    <a:pt x="73841" y="237543"/>
                  </a:cubicBezTo>
                  <a:cubicBezTo>
                    <a:pt x="77143" y="232336"/>
                    <a:pt x="80192" y="226875"/>
                    <a:pt x="82859" y="221287"/>
                  </a:cubicBezTo>
                  <a:lnTo>
                    <a:pt x="91495" y="225351"/>
                  </a:lnTo>
                  <a:lnTo>
                    <a:pt x="82859" y="221287"/>
                  </a:lnTo>
                  <a:cubicBezTo>
                    <a:pt x="85526" y="215699"/>
                    <a:pt x="87812" y="209857"/>
                    <a:pt x="89844" y="204015"/>
                  </a:cubicBezTo>
                  <a:cubicBezTo>
                    <a:pt x="91749" y="198046"/>
                    <a:pt x="93400" y="192077"/>
                    <a:pt x="94543" y="185981"/>
                  </a:cubicBezTo>
                  <a:cubicBezTo>
                    <a:pt x="95686" y="179885"/>
                    <a:pt x="96575" y="173662"/>
                    <a:pt x="96956" y="167566"/>
                  </a:cubicBezTo>
                  <a:cubicBezTo>
                    <a:pt x="97337" y="161343"/>
                    <a:pt x="97464" y="155120"/>
                    <a:pt x="97083" y="148897"/>
                  </a:cubicBezTo>
                  <a:lnTo>
                    <a:pt x="106608" y="148389"/>
                  </a:lnTo>
                  <a:lnTo>
                    <a:pt x="97083" y="148897"/>
                  </a:lnTo>
                  <a:cubicBezTo>
                    <a:pt x="96702" y="142674"/>
                    <a:pt x="96067" y="136451"/>
                    <a:pt x="94924" y="130355"/>
                  </a:cubicBezTo>
                  <a:cubicBezTo>
                    <a:pt x="93781" y="124259"/>
                    <a:pt x="92384" y="118163"/>
                    <a:pt x="90479" y="112194"/>
                  </a:cubicBezTo>
                  <a:cubicBezTo>
                    <a:pt x="88701" y="106225"/>
                    <a:pt x="86415" y="100383"/>
                    <a:pt x="83875" y="94795"/>
                  </a:cubicBezTo>
                  <a:cubicBezTo>
                    <a:pt x="81335" y="89080"/>
                    <a:pt x="78413" y="83620"/>
                    <a:pt x="75111" y="78286"/>
                  </a:cubicBezTo>
                  <a:cubicBezTo>
                    <a:pt x="71809" y="72952"/>
                    <a:pt x="68253" y="67872"/>
                    <a:pt x="64443" y="63046"/>
                  </a:cubicBezTo>
                  <a:lnTo>
                    <a:pt x="71936" y="57077"/>
                  </a:lnTo>
                  <a:lnTo>
                    <a:pt x="64443" y="63046"/>
                  </a:lnTo>
                  <a:cubicBezTo>
                    <a:pt x="60633" y="58220"/>
                    <a:pt x="56442" y="53521"/>
                    <a:pt x="51997" y="49203"/>
                  </a:cubicBezTo>
                  <a:lnTo>
                    <a:pt x="58601" y="42472"/>
                  </a:lnTo>
                  <a:lnTo>
                    <a:pt x="51997" y="49203"/>
                  </a:lnTo>
                  <a:cubicBezTo>
                    <a:pt x="47552" y="44885"/>
                    <a:pt x="42853" y="40821"/>
                    <a:pt x="37900" y="37011"/>
                  </a:cubicBezTo>
                  <a:cubicBezTo>
                    <a:pt x="32947" y="33201"/>
                    <a:pt x="27740" y="29772"/>
                    <a:pt x="22406" y="26597"/>
                  </a:cubicBezTo>
                  <a:lnTo>
                    <a:pt x="27232" y="18342"/>
                  </a:lnTo>
                  <a:lnTo>
                    <a:pt x="22406" y="26597"/>
                  </a:lnTo>
                  <a:cubicBezTo>
                    <a:pt x="17072" y="23422"/>
                    <a:pt x="11484" y="20628"/>
                    <a:pt x="5769" y="18215"/>
                  </a:cubicBezTo>
                  <a:cubicBezTo>
                    <a:pt x="943" y="16183"/>
                    <a:pt x="-1343" y="10595"/>
                    <a:pt x="816" y="5769"/>
                  </a:cubicBezTo>
                  <a:cubicBezTo>
                    <a:pt x="2975" y="943"/>
                    <a:pt x="8436" y="-1343"/>
                    <a:pt x="13262" y="816"/>
                  </a:cubicBezTo>
                  <a:cubicBezTo>
                    <a:pt x="19739" y="3610"/>
                    <a:pt x="25962" y="6658"/>
                    <a:pt x="32058" y="10214"/>
                  </a:cubicBezTo>
                  <a:cubicBezTo>
                    <a:pt x="38154" y="13770"/>
                    <a:pt x="43869" y="17580"/>
                    <a:pt x="49457" y="21898"/>
                  </a:cubicBezTo>
                  <a:lnTo>
                    <a:pt x="43742" y="29391"/>
                  </a:lnTo>
                  <a:lnTo>
                    <a:pt x="49457" y="21898"/>
                  </a:lnTo>
                  <a:cubicBezTo>
                    <a:pt x="55045" y="26089"/>
                    <a:pt x="60379" y="30788"/>
                    <a:pt x="65332" y="35614"/>
                  </a:cubicBezTo>
                  <a:cubicBezTo>
                    <a:pt x="70285" y="40567"/>
                    <a:pt x="74984" y="45774"/>
                    <a:pt x="79429" y="51235"/>
                  </a:cubicBezTo>
                  <a:cubicBezTo>
                    <a:pt x="83875" y="56696"/>
                    <a:pt x="87812" y="62411"/>
                    <a:pt x="91495" y="68380"/>
                  </a:cubicBezTo>
                  <a:lnTo>
                    <a:pt x="83367" y="73333"/>
                  </a:lnTo>
                  <a:lnTo>
                    <a:pt x="91495" y="68380"/>
                  </a:lnTo>
                  <a:cubicBezTo>
                    <a:pt x="95178" y="74349"/>
                    <a:pt x="98353" y="80572"/>
                    <a:pt x="101274" y="86922"/>
                  </a:cubicBezTo>
                  <a:lnTo>
                    <a:pt x="92638" y="90859"/>
                  </a:lnTo>
                  <a:lnTo>
                    <a:pt x="101274" y="86922"/>
                  </a:lnTo>
                  <a:cubicBezTo>
                    <a:pt x="104195" y="93271"/>
                    <a:pt x="106608" y="99875"/>
                    <a:pt x="108767" y="106606"/>
                  </a:cubicBezTo>
                  <a:lnTo>
                    <a:pt x="99750" y="109400"/>
                  </a:lnTo>
                  <a:lnTo>
                    <a:pt x="108767" y="106606"/>
                  </a:lnTo>
                  <a:cubicBezTo>
                    <a:pt x="110799" y="113337"/>
                    <a:pt x="112450" y="120068"/>
                    <a:pt x="113720" y="127053"/>
                  </a:cubicBezTo>
                  <a:lnTo>
                    <a:pt x="104322" y="128704"/>
                  </a:lnTo>
                  <a:lnTo>
                    <a:pt x="113720" y="127053"/>
                  </a:lnTo>
                  <a:cubicBezTo>
                    <a:pt x="114990" y="133911"/>
                    <a:pt x="115752" y="140896"/>
                    <a:pt x="116133" y="147881"/>
                  </a:cubicBezTo>
                  <a:cubicBezTo>
                    <a:pt x="116514" y="154866"/>
                    <a:pt x="116387" y="161851"/>
                    <a:pt x="115879" y="168836"/>
                  </a:cubicBezTo>
                  <a:lnTo>
                    <a:pt x="106354" y="168201"/>
                  </a:lnTo>
                  <a:lnTo>
                    <a:pt x="115879" y="168836"/>
                  </a:lnTo>
                  <a:cubicBezTo>
                    <a:pt x="115371" y="175821"/>
                    <a:pt x="114482" y="182806"/>
                    <a:pt x="113085" y="189664"/>
                  </a:cubicBezTo>
                  <a:lnTo>
                    <a:pt x="103814" y="187886"/>
                  </a:lnTo>
                  <a:lnTo>
                    <a:pt x="113085" y="189664"/>
                  </a:lnTo>
                  <a:cubicBezTo>
                    <a:pt x="111688" y="196522"/>
                    <a:pt x="109910" y="203253"/>
                    <a:pt x="107751" y="209984"/>
                  </a:cubicBezTo>
                  <a:lnTo>
                    <a:pt x="98734" y="207063"/>
                  </a:lnTo>
                  <a:lnTo>
                    <a:pt x="107751" y="209984"/>
                  </a:lnTo>
                  <a:cubicBezTo>
                    <a:pt x="105592" y="216588"/>
                    <a:pt x="102925" y="223192"/>
                    <a:pt x="100004" y="229415"/>
                  </a:cubicBezTo>
                  <a:cubicBezTo>
                    <a:pt x="97083" y="235638"/>
                    <a:pt x="93654" y="241861"/>
                    <a:pt x="89844" y="247830"/>
                  </a:cubicBezTo>
                  <a:lnTo>
                    <a:pt x="81843" y="242750"/>
                  </a:lnTo>
                  <a:lnTo>
                    <a:pt x="89844" y="247830"/>
                  </a:lnTo>
                  <a:cubicBezTo>
                    <a:pt x="86034" y="253799"/>
                    <a:pt x="81970" y="259387"/>
                    <a:pt x="77524" y="264848"/>
                  </a:cubicBezTo>
                  <a:cubicBezTo>
                    <a:pt x="73079" y="270309"/>
                    <a:pt x="68253" y="275389"/>
                    <a:pt x="63173" y="280215"/>
                  </a:cubicBezTo>
                  <a:cubicBezTo>
                    <a:pt x="59363" y="283771"/>
                    <a:pt x="53394" y="283644"/>
                    <a:pt x="49711" y="279834"/>
                  </a:cubicBezTo>
                  <a:cubicBezTo>
                    <a:pt x="46028" y="276024"/>
                    <a:pt x="46282" y="270055"/>
                    <a:pt x="50092" y="266372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334558" y="319740"/>
              <a:ext cx="39803" cy="41746"/>
            </a:xfrm>
            <a:custGeom>
              <a:avLst/>
              <a:gdLst/>
              <a:ahLst/>
              <a:cxnLst/>
              <a:rect l="l" t="t" r="r" b="b"/>
              <a:pathLst>
                <a:path w="39803" h="41746">
                  <a:moveTo>
                    <a:pt x="2502" y="25826"/>
                  </a:moveTo>
                  <a:lnTo>
                    <a:pt x="23203" y="3093"/>
                  </a:lnTo>
                  <a:cubicBezTo>
                    <a:pt x="26759" y="-717"/>
                    <a:pt x="32728" y="-1098"/>
                    <a:pt x="36666" y="2458"/>
                  </a:cubicBezTo>
                  <a:cubicBezTo>
                    <a:pt x="40603" y="6014"/>
                    <a:pt x="40857" y="11983"/>
                    <a:pt x="37301" y="15920"/>
                  </a:cubicBezTo>
                  <a:lnTo>
                    <a:pt x="16599" y="38653"/>
                  </a:lnTo>
                  <a:cubicBezTo>
                    <a:pt x="13043" y="42463"/>
                    <a:pt x="7074" y="42844"/>
                    <a:pt x="3137" y="39288"/>
                  </a:cubicBezTo>
                  <a:cubicBezTo>
                    <a:pt x="-800" y="35732"/>
                    <a:pt x="-1054" y="29763"/>
                    <a:pt x="2502" y="25826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336711" y="341407"/>
              <a:ext cx="168848" cy="169735"/>
            </a:xfrm>
            <a:custGeom>
              <a:avLst/>
              <a:gdLst/>
              <a:ahLst/>
              <a:cxnLst/>
              <a:rect l="l" t="t" r="r" b="b"/>
              <a:pathLst>
                <a:path w="168848" h="169735">
                  <a:moveTo>
                    <a:pt x="16224" y="2889"/>
                  </a:moveTo>
                  <a:lnTo>
                    <a:pt x="166085" y="153511"/>
                  </a:lnTo>
                  <a:cubicBezTo>
                    <a:pt x="169768" y="157193"/>
                    <a:pt x="169768" y="163289"/>
                    <a:pt x="166085" y="166972"/>
                  </a:cubicBezTo>
                  <a:cubicBezTo>
                    <a:pt x="162402" y="170655"/>
                    <a:pt x="156306" y="170655"/>
                    <a:pt x="152623" y="166972"/>
                  </a:cubicBezTo>
                  <a:lnTo>
                    <a:pt x="2762" y="16224"/>
                  </a:lnTo>
                  <a:cubicBezTo>
                    <a:pt x="-921" y="12541"/>
                    <a:pt x="-921" y="6445"/>
                    <a:pt x="2762" y="2762"/>
                  </a:cubicBezTo>
                  <a:cubicBezTo>
                    <a:pt x="6445" y="-921"/>
                    <a:pt x="12541" y="-921"/>
                    <a:pt x="16224" y="2762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63739" y="65856"/>
              <a:ext cx="148536" cy="327886"/>
            </a:xfrm>
            <a:custGeom>
              <a:avLst/>
              <a:gdLst/>
              <a:ahLst/>
              <a:cxnLst/>
              <a:rect l="l" t="t" r="r" b="b"/>
              <a:pathLst>
                <a:path w="148536" h="327886">
                  <a:moveTo>
                    <a:pt x="140605" y="18980"/>
                  </a:moveTo>
                  <a:cubicBezTo>
                    <a:pt x="132477" y="20504"/>
                    <a:pt x="124603" y="22790"/>
                    <a:pt x="116856" y="25711"/>
                  </a:cubicBezTo>
                  <a:lnTo>
                    <a:pt x="113554" y="16821"/>
                  </a:lnTo>
                  <a:lnTo>
                    <a:pt x="116856" y="25711"/>
                  </a:lnTo>
                  <a:cubicBezTo>
                    <a:pt x="109109" y="28632"/>
                    <a:pt x="101743" y="32061"/>
                    <a:pt x="94504" y="36125"/>
                  </a:cubicBezTo>
                  <a:lnTo>
                    <a:pt x="89805" y="27870"/>
                  </a:lnTo>
                  <a:lnTo>
                    <a:pt x="94504" y="36125"/>
                  </a:lnTo>
                  <a:cubicBezTo>
                    <a:pt x="87392" y="40189"/>
                    <a:pt x="80534" y="44888"/>
                    <a:pt x="74184" y="50095"/>
                  </a:cubicBezTo>
                  <a:lnTo>
                    <a:pt x="68215" y="42729"/>
                  </a:lnTo>
                  <a:lnTo>
                    <a:pt x="74184" y="50095"/>
                  </a:lnTo>
                  <a:cubicBezTo>
                    <a:pt x="67834" y="55302"/>
                    <a:pt x="61865" y="61017"/>
                    <a:pt x="56404" y="67113"/>
                  </a:cubicBezTo>
                  <a:lnTo>
                    <a:pt x="49292" y="60890"/>
                  </a:lnTo>
                  <a:lnTo>
                    <a:pt x="56404" y="67113"/>
                  </a:lnTo>
                  <a:cubicBezTo>
                    <a:pt x="50943" y="73336"/>
                    <a:pt x="45990" y="79813"/>
                    <a:pt x="41672" y="86798"/>
                  </a:cubicBezTo>
                  <a:cubicBezTo>
                    <a:pt x="37354" y="93783"/>
                    <a:pt x="33544" y="101021"/>
                    <a:pt x="30369" y="108641"/>
                  </a:cubicBezTo>
                  <a:lnTo>
                    <a:pt x="21606" y="104958"/>
                  </a:lnTo>
                  <a:lnTo>
                    <a:pt x="30369" y="108641"/>
                  </a:lnTo>
                  <a:cubicBezTo>
                    <a:pt x="27194" y="116261"/>
                    <a:pt x="24654" y="124008"/>
                    <a:pt x="22749" y="132009"/>
                  </a:cubicBezTo>
                  <a:lnTo>
                    <a:pt x="13478" y="129850"/>
                  </a:lnTo>
                  <a:lnTo>
                    <a:pt x="22749" y="132009"/>
                  </a:lnTo>
                  <a:cubicBezTo>
                    <a:pt x="20844" y="140010"/>
                    <a:pt x="19574" y="148138"/>
                    <a:pt x="19066" y="156393"/>
                  </a:cubicBezTo>
                  <a:cubicBezTo>
                    <a:pt x="18558" y="164648"/>
                    <a:pt x="18558" y="172776"/>
                    <a:pt x="19447" y="181031"/>
                  </a:cubicBezTo>
                  <a:cubicBezTo>
                    <a:pt x="20209" y="189286"/>
                    <a:pt x="21606" y="197287"/>
                    <a:pt x="23765" y="205288"/>
                  </a:cubicBezTo>
                  <a:cubicBezTo>
                    <a:pt x="25924" y="213289"/>
                    <a:pt x="28591" y="221036"/>
                    <a:pt x="32020" y="228529"/>
                  </a:cubicBezTo>
                  <a:lnTo>
                    <a:pt x="23384" y="232466"/>
                  </a:lnTo>
                  <a:lnTo>
                    <a:pt x="32020" y="228529"/>
                  </a:lnTo>
                  <a:cubicBezTo>
                    <a:pt x="35449" y="236022"/>
                    <a:pt x="39386" y="243261"/>
                    <a:pt x="43958" y="250119"/>
                  </a:cubicBezTo>
                  <a:lnTo>
                    <a:pt x="36084" y="255326"/>
                  </a:lnTo>
                  <a:lnTo>
                    <a:pt x="43958" y="250119"/>
                  </a:lnTo>
                  <a:cubicBezTo>
                    <a:pt x="48530" y="256977"/>
                    <a:pt x="53610" y="263454"/>
                    <a:pt x="59198" y="269423"/>
                  </a:cubicBezTo>
                  <a:lnTo>
                    <a:pt x="52213" y="275900"/>
                  </a:lnTo>
                  <a:lnTo>
                    <a:pt x="59198" y="269423"/>
                  </a:lnTo>
                  <a:cubicBezTo>
                    <a:pt x="64786" y="275519"/>
                    <a:pt x="70882" y="280980"/>
                    <a:pt x="77359" y="286060"/>
                  </a:cubicBezTo>
                  <a:lnTo>
                    <a:pt x="71517" y="293553"/>
                  </a:lnTo>
                  <a:lnTo>
                    <a:pt x="77359" y="286060"/>
                  </a:lnTo>
                  <a:cubicBezTo>
                    <a:pt x="83836" y="291140"/>
                    <a:pt x="90821" y="295585"/>
                    <a:pt x="98060" y="299522"/>
                  </a:cubicBezTo>
                  <a:cubicBezTo>
                    <a:pt x="105299" y="303459"/>
                    <a:pt x="112792" y="306761"/>
                    <a:pt x="120666" y="309428"/>
                  </a:cubicBezTo>
                  <a:cubicBezTo>
                    <a:pt x="125619" y="311079"/>
                    <a:pt x="128286" y="316540"/>
                    <a:pt x="126508" y="321493"/>
                  </a:cubicBezTo>
                  <a:cubicBezTo>
                    <a:pt x="124730" y="326446"/>
                    <a:pt x="119396" y="329113"/>
                    <a:pt x="114443" y="327335"/>
                  </a:cubicBezTo>
                  <a:cubicBezTo>
                    <a:pt x="105680" y="324287"/>
                    <a:pt x="97171" y="320604"/>
                    <a:pt x="89043" y="316159"/>
                  </a:cubicBezTo>
                  <a:lnTo>
                    <a:pt x="93488" y="307777"/>
                  </a:lnTo>
                  <a:lnTo>
                    <a:pt x="89043" y="316159"/>
                  </a:lnTo>
                  <a:cubicBezTo>
                    <a:pt x="80915" y="311714"/>
                    <a:pt x="73168" y="306761"/>
                    <a:pt x="65802" y="301046"/>
                  </a:cubicBezTo>
                  <a:cubicBezTo>
                    <a:pt x="58436" y="295331"/>
                    <a:pt x="51578" y="289108"/>
                    <a:pt x="45355" y="282377"/>
                  </a:cubicBezTo>
                  <a:cubicBezTo>
                    <a:pt x="39005" y="275646"/>
                    <a:pt x="33290" y="268280"/>
                    <a:pt x="28210" y="260533"/>
                  </a:cubicBezTo>
                  <a:cubicBezTo>
                    <a:pt x="23130" y="252786"/>
                    <a:pt x="18558" y="244658"/>
                    <a:pt x="14875" y="236276"/>
                  </a:cubicBezTo>
                  <a:cubicBezTo>
                    <a:pt x="11065" y="227767"/>
                    <a:pt x="8016" y="219131"/>
                    <a:pt x="5603" y="210114"/>
                  </a:cubicBezTo>
                  <a:lnTo>
                    <a:pt x="14748" y="207701"/>
                  </a:lnTo>
                  <a:lnTo>
                    <a:pt x="5603" y="210114"/>
                  </a:lnTo>
                  <a:cubicBezTo>
                    <a:pt x="3190" y="201097"/>
                    <a:pt x="1666" y="192080"/>
                    <a:pt x="777" y="182809"/>
                  </a:cubicBezTo>
                  <a:lnTo>
                    <a:pt x="10176" y="181920"/>
                  </a:lnTo>
                  <a:lnTo>
                    <a:pt x="777" y="182809"/>
                  </a:lnTo>
                  <a:cubicBezTo>
                    <a:pt x="-112" y="173538"/>
                    <a:pt x="-239" y="164267"/>
                    <a:pt x="396" y="155123"/>
                  </a:cubicBezTo>
                  <a:lnTo>
                    <a:pt x="9921" y="155758"/>
                  </a:lnTo>
                  <a:lnTo>
                    <a:pt x="396" y="155123"/>
                  </a:lnTo>
                  <a:cubicBezTo>
                    <a:pt x="1031" y="145852"/>
                    <a:pt x="2428" y="136708"/>
                    <a:pt x="4587" y="127691"/>
                  </a:cubicBezTo>
                  <a:cubicBezTo>
                    <a:pt x="6746" y="118674"/>
                    <a:pt x="9540" y="109911"/>
                    <a:pt x="13224" y="101275"/>
                  </a:cubicBezTo>
                  <a:cubicBezTo>
                    <a:pt x="16780" y="92767"/>
                    <a:pt x="21098" y="84512"/>
                    <a:pt x="25924" y="76638"/>
                  </a:cubicBezTo>
                  <a:lnTo>
                    <a:pt x="33925" y="81718"/>
                  </a:lnTo>
                  <a:lnTo>
                    <a:pt x="25924" y="76638"/>
                  </a:lnTo>
                  <a:cubicBezTo>
                    <a:pt x="30877" y="68764"/>
                    <a:pt x="36338" y="61398"/>
                    <a:pt x="42561" y="54413"/>
                  </a:cubicBezTo>
                  <a:cubicBezTo>
                    <a:pt x="48657" y="47428"/>
                    <a:pt x="55388" y="41078"/>
                    <a:pt x="62500" y="35236"/>
                  </a:cubicBezTo>
                  <a:cubicBezTo>
                    <a:pt x="69612" y="29394"/>
                    <a:pt x="77359" y="24187"/>
                    <a:pt x="85360" y="19488"/>
                  </a:cubicBezTo>
                  <a:cubicBezTo>
                    <a:pt x="93361" y="14916"/>
                    <a:pt x="101743" y="10979"/>
                    <a:pt x="110506" y="7677"/>
                  </a:cubicBezTo>
                  <a:cubicBezTo>
                    <a:pt x="119142" y="4375"/>
                    <a:pt x="128159" y="1962"/>
                    <a:pt x="137176" y="184"/>
                  </a:cubicBezTo>
                  <a:cubicBezTo>
                    <a:pt x="142383" y="-832"/>
                    <a:pt x="147336" y="2470"/>
                    <a:pt x="148352" y="7677"/>
                  </a:cubicBezTo>
                  <a:cubicBezTo>
                    <a:pt x="149368" y="12884"/>
                    <a:pt x="146066" y="17837"/>
                    <a:pt x="140859" y="18853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294212" y="342497"/>
              <a:ext cx="59683" cy="46679"/>
            </a:xfrm>
            <a:custGeom>
              <a:avLst/>
              <a:gdLst/>
              <a:ahLst/>
              <a:cxnLst/>
              <a:rect l="l" t="t" r="r" b="b"/>
              <a:pathLst>
                <a:path w="59683" h="46679">
                  <a:moveTo>
                    <a:pt x="5510" y="28469"/>
                  </a:moveTo>
                  <a:cubicBezTo>
                    <a:pt x="19607" y="21865"/>
                    <a:pt x="32180" y="13229"/>
                    <a:pt x="43610" y="2561"/>
                  </a:cubicBezTo>
                  <a:cubicBezTo>
                    <a:pt x="47420" y="-995"/>
                    <a:pt x="53389" y="-868"/>
                    <a:pt x="57072" y="3069"/>
                  </a:cubicBezTo>
                  <a:cubicBezTo>
                    <a:pt x="60755" y="7006"/>
                    <a:pt x="60501" y="12848"/>
                    <a:pt x="56564" y="16531"/>
                  </a:cubicBezTo>
                  <a:cubicBezTo>
                    <a:pt x="43737" y="28469"/>
                    <a:pt x="29513" y="38248"/>
                    <a:pt x="13638" y="45741"/>
                  </a:cubicBezTo>
                  <a:cubicBezTo>
                    <a:pt x="8939" y="48027"/>
                    <a:pt x="3224" y="45995"/>
                    <a:pt x="938" y="41169"/>
                  </a:cubicBezTo>
                  <a:cubicBezTo>
                    <a:pt x="-1348" y="36343"/>
                    <a:pt x="684" y="30755"/>
                    <a:pt x="5510" y="28469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50385" y="3210049"/>
            <a:ext cx="567414" cy="574824"/>
            <a:chOff x="0" y="0"/>
            <a:chExt cx="567411" cy="574827"/>
          </a:xfrm>
        </p:grpSpPr>
        <p:sp>
          <p:nvSpPr>
            <p:cNvPr id="45" name="Freeform 45"/>
            <p:cNvSpPr/>
            <p:nvPr/>
          </p:nvSpPr>
          <p:spPr>
            <a:xfrm>
              <a:off x="254591" y="405810"/>
              <a:ext cx="146305" cy="57867"/>
            </a:xfrm>
            <a:custGeom>
              <a:avLst/>
              <a:gdLst/>
              <a:ahLst/>
              <a:cxnLst/>
              <a:rect l="l" t="t" r="r" b="b"/>
              <a:pathLst>
                <a:path w="146305" h="57867">
                  <a:moveTo>
                    <a:pt x="10204" y="38057"/>
                  </a:moveTo>
                  <a:cubicBezTo>
                    <a:pt x="29381" y="39581"/>
                    <a:pt x="42081" y="38946"/>
                    <a:pt x="49574" y="38057"/>
                  </a:cubicBezTo>
                  <a:lnTo>
                    <a:pt x="50717" y="47583"/>
                  </a:lnTo>
                  <a:lnTo>
                    <a:pt x="49066" y="38057"/>
                  </a:lnTo>
                  <a:cubicBezTo>
                    <a:pt x="57702" y="36533"/>
                    <a:pt x="67989" y="34374"/>
                    <a:pt x="75609" y="32215"/>
                  </a:cubicBezTo>
                  <a:lnTo>
                    <a:pt x="78149" y="41486"/>
                  </a:lnTo>
                  <a:lnTo>
                    <a:pt x="75101" y="32342"/>
                  </a:lnTo>
                  <a:cubicBezTo>
                    <a:pt x="82975" y="29675"/>
                    <a:pt x="91357" y="26246"/>
                    <a:pt x="105962" y="19261"/>
                  </a:cubicBezTo>
                  <a:lnTo>
                    <a:pt x="110153" y="27897"/>
                  </a:lnTo>
                  <a:lnTo>
                    <a:pt x="105327" y="19515"/>
                  </a:lnTo>
                  <a:cubicBezTo>
                    <a:pt x="112185" y="15578"/>
                    <a:pt x="118662" y="11387"/>
                    <a:pt x="125012" y="6815"/>
                  </a:cubicBezTo>
                  <a:lnTo>
                    <a:pt x="130600" y="14562"/>
                  </a:lnTo>
                  <a:lnTo>
                    <a:pt x="124631" y="7069"/>
                  </a:lnTo>
                  <a:lnTo>
                    <a:pt x="130727" y="2116"/>
                  </a:lnTo>
                  <a:cubicBezTo>
                    <a:pt x="134791" y="-1186"/>
                    <a:pt x="140887" y="-551"/>
                    <a:pt x="144189" y="3513"/>
                  </a:cubicBezTo>
                  <a:cubicBezTo>
                    <a:pt x="147491" y="7577"/>
                    <a:pt x="146856" y="13673"/>
                    <a:pt x="142792" y="16975"/>
                  </a:cubicBezTo>
                  <a:lnTo>
                    <a:pt x="136696" y="21928"/>
                  </a:lnTo>
                  <a:cubicBezTo>
                    <a:pt x="136569" y="22055"/>
                    <a:pt x="136442" y="22182"/>
                    <a:pt x="136315" y="22309"/>
                  </a:cubicBezTo>
                  <a:cubicBezTo>
                    <a:pt x="129330" y="27262"/>
                    <a:pt x="122345" y="31834"/>
                    <a:pt x="114852" y="36025"/>
                  </a:cubicBezTo>
                  <a:cubicBezTo>
                    <a:pt x="114725" y="36152"/>
                    <a:pt x="114471" y="36279"/>
                    <a:pt x="114344" y="36279"/>
                  </a:cubicBezTo>
                  <a:cubicBezTo>
                    <a:pt x="99358" y="43646"/>
                    <a:pt x="90087" y="47329"/>
                    <a:pt x="81197" y="50377"/>
                  </a:cubicBezTo>
                  <a:cubicBezTo>
                    <a:pt x="81070" y="50377"/>
                    <a:pt x="80816" y="50504"/>
                    <a:pt x="80689" y="50504"/>
                  </a:cubicBezTo>
                  <a:cubicBezTo>
                    <a:pt x="72434" y="52790"/>
                    <a:pt x="61639" y="55076"/>
                    <a:pt x="52368" y="56727"/>
                  </a:cubicBezTo>
                  <a:cubicBezTo>
                    <a:pt x="52241" y="56727"/>
                    <a:pt x="51987" y="56727"/>
                    <a:pt x="51860" y="56854"/>
                  </a:cubicBezTo>
                  <a:cubicBezTo>
                    <a:pt x="43097" y="57870"/>
                    <a:pt x="29127" y="58505"/>
                    <a:pt x="8807" y="56854"/>
                  </a:cubicBezTo>
                  <a:cubicBezTo>
                    <a:pt x="3473" y="56473"/>
                    <a:pt x="-464" y="51774"/>
                    <a:pt x="44" y="46567"/>
                  </a:cubicBezTo>
                  <a:cubicBezTo>
                    <a:pt x="552" y="41359"/>
                    <a:pt x="5124" y="37295"/>
                    <a:pt x="10331" y="37803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426015" y="239594"/>
              <a:ext cx="33350" cy="126254"/>
            </a:xfrm>
            <a:custGeom>
              <a:avLst/>
              <a:gdLst/>
              <a:ahLst/>
              <a:cxnLst/>
              <a:rect l="l" t="t" r="r" b="b"/>
              <a:pathLst>
                <a:path w="33350" h="126254">
                  <a:moveTo>
                    <a:pt x="451" y="113087"/>
                  </a:moveTo>
                  <a:cubicBezTo>
                    <a:pt x="5785" y="99752"/>
                    <a:pt x="9849" y="86417"/>
                    <a:pt x="12135" y="75241"/>
                  </a:cubicBezTo>
                  <a:lnTo>
                    <a:pt x="21533" y="77146"/>
                  </a:lnTo>
                  <a:lnTo>
                    <a:pt x="12008" y="76003"/>
                  </a:lnTo>
                  <a:cubicBezTo>
                    <a:pt x="13786" y="60509"/>
                    <a:pt x="14167" y="47682"/>
                    <a:pt x="13786" y="33712"/>
                  </a:cubicBezTo>
                  <a:lnTo>
                    <a:pt x="23438" y="33458"/>
                  </a:lnTo>
                  <a:lnTo>
                    <a:pt x="13913" y="34601"/>
                  </a:lnTo>
                  <a:cubicBezTo>
                    <a:pt x="12897" y="25964"/>
                    <a:pt x="11627" y="18217"/>
                    <a:pt x="10230" y="11486"/>
                  </a:cubicBezTo>
                  <a:cubicBezTo>
                    <a:pt x="9087" y="6279"/>
                    <a:pt x="12516" y="1199"/>
                    <a:pt x="17723" y="183"/>
                  </a:cubicBezTo>
                  <a:cubicBezTo>
                    <a:pt x="22930" y="-833"/>
                    <a:pt x="28010" y="2469"/>
                    <a:pt x="29026" y="7676"/>
                  </a:cubicBezTo>
                  <a:cubicBezTo>
                    <a:pt x="30550" y="15042"/>
                    <a:pt x="31947" y="23297"/>
                    <a:pt x="33090" y="32315"/>
                  </a:cubicBezTo>
                  <a:cubicBezTo>
                    <a:pt x="33090" y="32569"/>
                    <a:pt x="33090" y="32950"/>
                    <a:pt x="33217" y="33204"/>
                  </a:cubicBezTo>
                  <a:cubicBezTo>
                    <a:pt x="33598" y="47936"/>
                    <a:pt x="33217" y="61779"/>
                    <a:pt x="31312" y="78289"/>
                  </a:cubicBezTo>
                  <a:cubicBezTo>
                    <a:pt x="31312" y="78543"/>
                    <a:pt x="31185" y="78797"/>
                    <a:pt x="31185" y="79051"/>
                  </a:cubicBezTo>
                  <a:cubicBezTo>
                    <a:pt x="28645" y="91497"/>
                    <a:pt x="24200" y="105975"/>
                    <a:pt x="18485" y="120199"/>
                  </a:cubicBezTo>
                  <a:cubicBezTo>
                    <a:pt x="16453" y="125152"/>
                    <a:pt x="10865" y="127565"/>
                    <a:pt x="6039" y="125533"/>
                  </a:cubicBezTo>
                  <a:cubicBezTo>
                    <a:pt x="1213" y="123501"/>
                    <a:pt x="-1327" y="117913"/>
                    <a:pt x="705" y="113087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130842" y="112650"/>
              <a:ext cx="251477" cy="99409"/>
            </a:xfrm>
            <a:custGeom>
              <a:avLst/>
              <a:gdLst/>
              <a:ahLst/>
              <a:cxnLst/>
              <a:rect l="l" t="t" r="r" b="b"/>
              <a:pathLst>
                <a:path w="251477" h="99409">
                  <a:moveTo>
                    <a:pt x="236696" y="42672"/>
                  </a:moveTo>
                  <a:cubicBezTo>
                    <a:pt x="222472" y="34671"/>
                    <a:pt x="208883" y="28702"/>
                    <a:pt x="193897" y="23622"/>
                  </a:cubicBezTo>
                  <a:lnTo>
                    <a:pt x="196945" y="14478"/>
                  </a:lnTo>
                  <a:lnTo>
                    <a:pt x="195040" y="23876"/>
                  </a:lnTo>
                  <a:cubicBezTo>
                    <a:pt x="179292" y="20701"/>
                    <a:pt x="169894" y="19558"/>
                    <a:pt x="161512" y="18923"/>
                  </a:cubicBezTo>
                  <a:lnTo>
                    <a:pt x="162274" y="9398"/>
                  </a:lnTo>
                  <a:lnTo>
                    <a:pt x="162401" y="19050"/>
                  </a:lnTo>
                  <a:cubicBezTo>
                    <a:pt x="147415" y="19177"/>
                    <a:pt x="128619" y="20701"/>
                    <a:pt x="110839" y="24003"/>
                  </a:cubicBezTo>
                  <a:lnTo>
                    <a:pt x="109061" y="14605"/>
                  </a:lnTo>
                  <a:lnTo>
                    <a:pt x="111728" y="23876"/>
                  </a:lnTo>
                  <a:cubicBezTo>
                    <a:pt x="105124" y="25781"/>
                    <a:pt x="97504" y="28321"/>
                    <a:pt x="82391" y="34925"/>
                  </a:cubicBezTo>
                  <a:lnTo>
                    <a:pt x="78581" y="26162"/>
                  </a:lnTo>
                  <a:lnTo>
                    <a:pt x="82899" y="34671"/>
                  </a:lnTo>
                  <a:cubicBezTo>
                    <a:pt x="76549" y="37846"/>
                    <a:pt x="68929" y="42418"/>
                    <a:pt x="62833" y="46228"/>
                  </a:cubicBezTo>
                  <a:lnTo>
                    <a:pt x="57753" y="38100"/>
                  </a:lnTo>
                  <a:lnTo>
                    <a:pt x="63341" y="45974"/>
                  </a:lnTo>
                  <a:cubicBezTo>
                    <a:pt x="58007" y="49784"/>
                    <a:pt x="46831" y="59055"/>
                    <a:pt x="36925" y="68961"/>
                  </a:cubicBezTo>
                  <a:lnTo>
                    <a:pt x="30067" y="62230"/>
                  </a:lnTo>
                  <a:lnTo>
                    <a:pt x="37560" y="68199"/>
                  </a:lnTo>
                  <a:cubicBezTo>
                    <a:pt x="30194" y="77470"/>
                    <a:pt x="23463" y="86487"/>
                    <a:pt x="17494" y="95250"/>
                  </a:cubicBezTo>
                  <a:cubicBezTo>
                    <a:pt x="14446" y="99568"/>
                    <a:pt x="8477" y="100711"/>
                    <a:pt x="4159" y="97790"/>
                  </a:cubicBezTo>
                  <a:cubicBezTo>
                    <a:pt x="-159" y="94869"/>
                    <a:pt x="-1302" y="88773"/>
                    <a:pt x="1619" y="84455"/>
                  </a:cubicBezTo>
                  <a:cubicBezTo>
                    <a:pt x="7842" y="75184"/>
                    <a:pt x="14827" y="65786"/>
                    <a:pt x="22574" y="56261"/>
                  </a:cubicBezTo>
                  <a:cubicBezTo>
                    <a:pt x="22828" y="56007"/>
                    <a:pt x="23082" y="55753"/>
                    <a:pt x="23209" y="55499"/>
                  </a:cubicBezTo>
                  <a:cubicBezTo>
                    <a:pt x="33750" y="44958"/>
                    <a:pt x="45815" y="34925"/>
                    <a:pt x="52165" y="30353"/>
                  </a:cubicBezTo>
                  <a:cubicBezTo>
                    <a:pt x="52292" y="30226"/>
                    <a:pt x="52419" y="30099"/>
                    <a:pt x="52673" y="29972"/>
                  </a:cubicBezTo>
                  <a:cubicBezTo>
                    <a:pt x="59023" y="25908"/>
                    <a:pt x="67278" y="21209"/>
                    <a:pt x="74263" y="17653"/>
                  </a:cubicBezTo>
                  <a:cubicBezTo>
                    <a:pt x="74517" y="17526"/>
                    <a:pt x="74644" y="17526"/>
                    <a:pt x="74898" y="17399"/>
                  </a:cubicBezTo>
                  <a:cubicBezTo>
                    <a:pt x="90519" y="10668"/>
                    <a:pt x="98901" y="7747"/>
                    <a:pt x="106648" y="5588"/>
                  </a:cubicBezTo>
                  <a:cubicBezTo>
                    <a:pt x="106902" y="5461"/>
                    <a:pt x="107156" y="5461"/>
                    <a:pt x="107537" y="5334"/>
                  </a:cubicBezTo>
                  <a:cubicBezTo>
                    <a:pt x="126587" y="1778"/>
                    <a:pt x="146526" y="254"/>
                    <a:pt x="162528" y="0"/>
                  </a:cubicBezTo>
                  <a:cubicBezTo>
                    <a:pt x="162782" y="0"/>
                    <a:pt x="163036" y="0"/>
                    <a:pt x="163290" y="0"/>
                  </a:cubicBezTo>
                  <a:cubicBezTo>
                    <a:pt x="172561" y="762"/>
                    <a:pt x="182721" y="1905"/>
                    <a:pt x="199231" y="5334"/>
                  </a:cubicBezTo>
                  <a:cubicBezTo>
                    <a:pt x="199612" y="5461"/>
                    <a:pt x="199993" y="5461"/>
                    <a:pt x="200374" y="5588"/>
                  </a:cubicBezTo>
                  <a:cubicBezTo>
                    <a:pt x="216630" y="11049"/>
                    <a:pt x="231362" y="17526"/>
                    <a:pt x="246602" y="26035"/>
                  </a:cubicBezTo>
                  <a:cubicBezTo>
                    <a:pt x="251174" y="28575"/>
                    <a:pt x="252825" y="34417"/>
                    <a:pt x="250285" y="39116"/>
                  </a:cubicBezTo>
                  <a:cubicBezTo>
                    <a:pt x="247745" y="43815"/>
                    <a:pt x="241903" y="45339"/>
                    <a:pt x="237204" y="42799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63500" y="278005"/>
              <a:ext cx="123571" cy="19558"/>
            </a:xfrm>
            <a:custGeom>
              <a:avLst/>
              <a:gdLst/>
              <a:ahLst/>
              <a:cxnLst/>
              <a:rect l="l" t="t" r="r" b="b"/>
              <a:pathLst>
                <a:path w="123571" h="19558">
                  <a:moveTo>
                    <a:pt x="114046" y="19177"/>
                  </a:moveTo>
                  <a:lnTo>
                    <a:pt x="9652" y="19558"/>
                  </a:lnTo>
                  <a:cubicBezTo>
                    <a:pt x="4318" y="19558"/>
                    <a:pt x="0" y="15240"/>
                    <a:pt x="0" y="10033"/>
                  </a:cubicBezTo>
                  <a:cubicBezTo>
                    <a:pt x="0" y="4826"/>
                    <a:pt x="4318" y="381"/>
                    <a:pt x="9525" y="381"/>
                  </a:cubicBezTo>
                  <a:lnTo>
                    <a:pt x="113919" y="0"/>
                  </a:lnTo>
                  <a:cubicBezTo>
                    <a:pt x="119253" y="0"/>
                    <a:pt x="123571" y="4318"/>
                    <a:pt x="123571" y="9525"/>
                  </a:cubicBezTo>
                  <a:cubicBezTo>
                    <a:pt x="123571" y="14732"/>
                    <a:pt x="119253" y="19177"/>
                    <a:pt x="114046" y="19177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167767" y="172213"/>
              <a:ext cx="230886" cy="230887"/>
            </a:xfrm>
            <a:custGeom>
              <a:avLst/>
              <a:gdLst/>
              <a:ahLst/>
              <a:cxnLst/>
              <a:rect l="l" t="t" r="r" b="b"/>
              <a:pathLst>
                <a:path w="230886" h="230887">
                  <a:moveTo>
                    <a:pt x="230886" y="115444"/>
                  </a:moveTo>
                  <a:cubicBezTo>
                    <a:pt x="230886" y="123064"/>
                    <a:pt x="230124" y="130557"/>
                    <a:pt x="228727" y="137923"/>
                  </a:cubicBezTo>
                  <a:cubicBezTo>
                    <a:pt x="227203" y="145416"/>
                    <a:pt x="225044" y="152528"/>
                    <a:pt x="222123" y="159640"/>
                  </a:cubicBezTo>
                  <a:cubicBezTo>
                    <a:pt x="219202" y="166625"/>
                    <a:pt x="215646" y="173356"/>
                    <a:pt x="211455" y="179579"/>
                  </a:cubicBezTo>
                  <a:lnTo>
                    <a:pt x="203454" y="174245"/>
                  </a:lnTo>
                  <a:lnTo>
                    <a:pt x="211455" y="179579"/>
                  </a:lnTo>
                  <a:cubicBezTo>
                    <a:pt x="207264" y="185929"/>
                    <a:pt x="202438" y="191771"/>
                    <a:pt x="197104" y="197105"/>
                  </a:cubicBezTo>
                  <a:cubicBezTo>
                    <a:pt x="191770" y="202439"/>
                    <a:pt x="185928" y="207265"/>
                    <a:pt x="179578" y="211456"/>
                  </a:cubicBezTo>
                  <a:lnTo>
                    <a:pt x="174244" y="203455"/>
                  </a:lnTo>
                  <a:lnTo>
                    <a:pt x="179578" y="211456"/>
                  </a:lnTo>
                  <a:cubicBezTo>
                    <a:pt x="173228" y="215647"/>
                    <a:pt x="166624" y="219203"/>
                    <a:pt x="159639" y="222124"/>
                  </a:cubicBezTo>
                  <a:lnTo>
                    <a:pt x="155956" y="213234"/>
                  </a:lnTo>
                  <a:lnTo>
                    <a:pt x="159639" y="222124"/>
                  </a:lnTo>
                  <a:cubicBezTo>
                    <a:pt x="152654" y="225045"/>
                    <a:pt x="145415" y="227204"/>
                    <a:pt x="137922" y="228728"/>
                  </a:cubicBezTo>
                  <a:cubicBezTo>
                    <a:pt x="130429" y="230252"/>
                    <a:pt x="122936" y="230887"/>
                    <a:pt x="115443" y="230887"/>
                  </a:cubicBezTo>
                  <a:cubicBezTo>
                    <a:pt x="107823" y="230887"/>
                    <a:pt x="100330" y="230125"/>
                    <a:pt x="92964" y="228728"/>
                  </a:cubicBezTo>
                  <a:lnTo>
                    <a:pt x="94869" y="219330"/>
                  </a:lnTo>
                  <a:lnTo>
                    <a:pt x="92964" y="228728"/>
                  </a:lnTo>
                  <a:cubicBezTo>
                    <a:pt x="85471" y="227204"/>
                    <a:pt x="78359" y="225045"/>
                    <a:pt x="71247" y="222124"/>
                  </a:cubicBezTo>
                  <a:lnTo>
                    <a:pt x="74930" y="213234"/>
                  </a:lnTo>
                  <a:lnTo>
                    <a:pt x="71247" y="222124"/>
                  </a:lnTo>
                  <a:cubicBezTo>
                    <a:pt x="64262" y="219203"/>
                    <a:pt x="57531" y="215647"/>
                    <a:pt x="51308" y="211456"/>
                  </a:cubicBezTo>
                  <a:lnTo>
                    <a:pt x="56642" y="203455"/>
                  </a:lnTo>
                  <a:lnTo>
                    <a:pt x="51308" y="211456"/>
                  </a:lnTo>
                  <a:cubicBezTo>
                    <a:pt x="44958" y="207265"/>
                    <a:pt x="39116" y="202439"/>
                    <a:pt x="33782" y="197105"/>
                  </a:cubicBezTo>
                  <a:cubicBezTo>
                    <a:pt x="28448" y="191771"/>
                    <a:pt x="23622" y="185929"/>
                    <a:pt x="19431" y="179579"/>
                  </a:cubicBezTo>
                  <a:cubicBezTo>
                    <a:pt x="15240" y="173229"/>
                    <a:pt x="11684" y="166625"/>
                    <a:pt x="8763" y="159640"/>
                  </a:cubicBezTo>
                  <a:cubicBezTo>
                    <a:pt x="5842" y="152655"/>
                    <a:pt x="3683" y="145416"/>
                    <a:pt x="2159" y="137923"/>
                  </a:cubicBezTo>
                  <a:cubicBezTo>
                    <a:pt x="635" y="130430"/>
                    <a:pt x="0" y="122937"/>
                    <a:pt x="0" y="115444"/>
                  </a:cubicBezTo>
                  <a:lnTo>
                    <a:pt x="9652" y="115444"/>
                  </a:lnTo>
                  <a:lnTo>
                    <a:pt x="0" y="115444"/>
                  </a:lnTo>
                  <a:cubicBezTo>
                    <a:pt x="0" y="107824"/>
                    <a:pt x="762" y="100331"/>
                    <a:pt x="2159" y="92964"/>
                  </a:cubicBezTo>
                  <a:lnTo>
                    <a:pt x="11557" y="94869"/>
                  </a:lnTo>
                  <a:lnTo>
                    <a:pt x="2159" y="92964"/>
                  </a:lnTo>
                  <a:cubicBezTo>
                    <a:pt x="3683" y="85471"/>
                    <a:pt x="5842" y="78359"/>
                    <a:pt x="8763" y="71247"/>
                  </a:cubicBezTo>
                  <a:cubicBezTo>
                    <a:pt x="11684" y="64262"/>
                    <a:pt x="15240" y="57531"/>
                    <a:pt x="19431" y="51308"/>
                  </a:cubicBezTo>
                  <a:cubicBezTo>
                    <a:pt x="23622" y="44958"/>
                    <a:pt x="28448" y="39116"/>
                    <a:pt x="33782" y="33782"/>
                  </a:cubicBezTo>
                  <a:cubicBezTo>
                    <a:pt x="39116" y="28448"/>
                    <a:pt x="44958" y="23622"/>
                    <a:pt x="51308" y="19431"/>
                  </a:cubicBezTo>
                  <a:cubicBezTo>
                    <a:pt x="57658" y="15240"/>
                    <a:pt x="64262" y="11684"/>
                    <a:pt x="71247" y="8763"/>
                  </a:cubicBezTo>
                  <a:cubicBezTo>
                    <a:pt x="78232" y="5842"/>
                    <a:pt x="85471" y="3683"/>
                    <a:pt x="92964" y="2159"/>
                  </a:cubicBezTo>
                  <a:lnTo>
                    <a:pt x="94869" y="11557"/>
                  </a:lnTo>
                  <a:lnTo>
                    <a:pt x="92964" y="2159"/>
                  </a:lnTo>
                  <a:cubicBezTo>
                    <a:pt x="100457" y="635"/>
                    <a:pt x="107950" y="0"/>
                    <a:pt x="115443" y="0"/>
                  </a:cubicBezTo>
                  <a:lnTo>
                    <a:pt x="115443" y="9652"/>
                  </a:lnTo>
                  <a:lnTo>
                    <a:pt x="115443" y="0"/>
                  </a:lnTo>
                  <a:cubicBezTo>
                    <a:pt x="123063" y="0"/>
                    <a:pt x="130556" y="762"/>
                    <a:pt x="137922" y="2159"/>
                  </a:cubicBezTo>
                  <a:cubicBezTo>
                    <a:pt x="145415" y="3683"/>
                    <a:pt x="152527" y="5842"/>
                    <a:pt x="159639" y="8763"/>
                  </a:cubicBezTo>
                  <a:cubicBezTo>
                    <a:pt x="166624" y="11684"/>
                    <a:pt x="173355" y="15240"/>
                    <a:pt x="179578" y="19431"/>
                  </a:cubicBezTo>
                  <a:cubicBezTo>
                    <a:pt x="185928" y="23622"/>
                    <a:pt x="191770" y="28448"/>
                    <a:pt x="197104" y="33782"/>
                  </a:cubicBezTo>
                  <a:cubicBezTo>
                    <a:pt x="202438" y="39116"/>
                    <a:pt x="207264" y="44958"/>
                    <a:pt x="211455" y="51308"/>
                  </a:cubicBezTo>
                  <a:lnTo>
                    <a:pt x="203454" y="56642"/>
                  </a:lnTo>
                  <a:lnTo>
                    <a:pt x="211455" y="51308"/>
                  </a:lnTo>
                  <a:cubicBezTo>
                    <a:pt x="215646" y="57658"/>
                    <a:pt x="219202" y="64262"/>
                    <a:pt x="222123" y="71247"/>
                  </a:cubicBezTo>
                  <a:cubicBezTo>
                    <a:pt x="225044" y="78232"/>
                    <a:pt x="227203" y="85471"/>
                    <a:pt x="228727" y="92964"/>
                  </a:cubicBezTo>
                  <a:lnTo>
                    <a:pt x="219329" y="94869"/>
                  </a:lnTo>
                  <a:lnTo>
                    <a:pt x="228727" y="92964"/>
                  </a:lnTo>
                  <a:cubicBezTo>
                    <a:pt x="230251" y="100458"/>
                    <a:pt x="230886" y="107951"/>
                    <a:pt x="230886" y="115444"/>
                  </a:cubicBezTo>
                  <a:lnTo>
                    <a:pt x="221234" y="115444"/>
                  </a:lnTo>
                  <a:lnTo>
                    <a:pt x="230886" y="115444"/>
                  </a:lnTo>
                  <a:moveTo>
                    <a:pt x="211709" y="115444"/>
                  </a:moveTo>
                  <a:cubicBezTo>
                    <a:pt x="211709" y="109094"/>
                    <a:pt x="211074" y="102871"/>
                    <a:pt x="209804" y="96648"/>
                  </a:cubicBezTo>
                  <a:cubicBezTo>
                    <a:pt x="208534" y="90424"/>
                    <a:pt x="206756" y="84455"/>
                    <a:pt x="204343" y="78613"/>
                  </a:cubicBezTo>
                  <a:lnTo>
                    <a:pt x="213233" y="74930"/>
                  </a:lnTo>
                  <a:lnTo>
                    <a:pt x="204343" y="78613"/>
                  </a:lnTo>
                  <a:cubicBezTo>
                    <a:pt x="201930" y="72771"/>
                    <a:pt x="199009" y="67183"/>
                    <a:pt x="195453" y="61976"/>
                  </a:cubicBezTo>
                  <a:cubicBezTo>
                    <a:pt x="191897" y="56769"/>
                    <a:pt x="187960" y="51816"/>
                    <a:pt x="183515" y="47371"/>
                  </a:cubicBezTo>
                  <a:lnTo>
                    <a:pt x="190246" y="40640"/>
                  </a:lnTo>
                  <a:lnTo>
                    <a:pt x="183515" y="47371"/>
                  </a:lnTo>
                  <a:cubicBezTo>
                    <a:pt x="179070" y="42926"/>
                    <a:pt x="174244" y="38862"/>
                    <a:pt x="168910" y="35433"/>
                  </a:cubicBezTo>
                  <a:lnTo>
                    <a:pt x="174244" y="27432"/>
                  </a:lnTo>
                  <a:lnTo>
                    <a:pt x="168910" y="35433"/>
                  </a:lnTo>
                  <a:cubicBezTo>
                    <a:pt x="163703" y="31877"/>
                    <a:pt x="158115" y="28956"/>
                    <a:pt x="152273" y="26543"/>
                  </a:cubicBezTo>
                  <a:lnTo>
                    <a:pt x="155956" y="17653"/>
                  </a:lnTo>
                  <a:lnTo>
                    <a:pt x="152273" y="26543"/>
                  </a:lnTo>
                  <a:cubicBezTo>
                    <a:pt x="146431" y="24130"/>
                    <a:pt x="140462" y="22352"/>
                    <a:pt x="134239" y="21082"/>
                  </a:cubicBezTo>
                  <a:lnTo>
                    <a:pt x="136144" y="11684"/>
                  </a:lnTo>
                  <a:lnTo>
                    <a:pt x="134239" y="21082"/>
                  </a:lnTo>
                  <a:cubicBezTo>
                    <a:pt x="128016" y="19812"/>
                    <a:pt x="121793" y="19177"/>
                    <a:pt x="115443" y="19177"/>
                  </a:cubicBezTo>
                  <a:cubicBezTo>
                    <a:pt x="109093" y="19177"/>
                    <a:pt x="102870" y="19812"/>
                    <a:pt x="96647" y="21082"/>
                  </a:cubicBezTo>
                  <a:cubicBezTo>
                    <a:pt x="90424" y="22352"/>
                    <a:pt x="84455" y="24130"/>
                    <a:pt x="78613" y="26543"/>
                  </a:cubicBezTo>
                  <a:lnTo>
                    <a:pt x="74930" y="17653"/>
                  </a:lnTo>
                  <a:lnTo>
                    <a:pt x="78613" y="26543"/>
                  </a:lnTo>
                  <a:cubicBezTo>
                    <a:pt x="72771" y="28956"/>
                    <a:pt x="67183" y="31877"/>
                    <a:pt x="61976" y="35433"/>
                  </a:cubicBezTo>
                  <a:lnTo>
                    <a:pt x="56642" y="27432"/>
                  </a:lnTo>
                  <a:lnTo>
                    <a:pt x="61976" y="35433"/>
                  </a:lnTo>
                  <a:cubicBezTo>
                    <a:pt x="56769" y="38989"/>
                    <a:pt x="51816" y="42926"/>
                    <a:pt x="47371" y="47371"/>
                  </a:cubicBezTo>
                  <a:lnTo>
                    <a:pt x="40640" y="40640"/>
                  </a:lnTo>
                  <a:lnTo>
                    <a:pt x="47371" y="47371"/>
                  </a:lnTo>
                  <a:cubicBezTo>
                    <a:pt x="42926" y="51816"/>
                    <a:pt x="38862" y="56642"/>
                    <a:pt x="35433" y="61976"/>
                  </a:cubicBezTo>
                  <a:lnTo>
                    <a:pt x="27432" y="56642"/>
                  </a:lnTo>
                  <a:lnTo>
                    <a:pt x="35433" y="61976"/>
                  </a:lnTo>
                  <a:cubicBezTo>
                    <a:pt x="31877" y="67183"/>
                    <a:pt x="28956" y="72771"/>
                    <a:pt x="26543" y="78613"/>
                  </a:cubicBezTo>
                  <a:lnTo>
                    <a:pt x="17653" y="74930"/>
                  </a:lnTo>
                  <a:lnTo>
                    <a:pt x="26543" y="78613"/>
                  </a:lnTo>
                  <a:cubicBezTo>
                    <a:pt x="24130" y="84455"/>
                    <a:pt x="22352" y="90424"/>
                    <a:pt x="21082" y="96648"/>
                  </a:cubicBezTo>
                  <a:cubicBezTo>
                    <a:pt x="19812" y="102871"/>
                    <a:pt x="19177" y="109094"/>
                    <a:pt x="19177" y="115444"/>
                  </a:cubicBezTo>
                  <a:cubicBezTo>
                    <a:pt x="19177" y="121794"/>
                    <a:pt x="19812" y="128017"/>
                    <a:pt x="21082" y="134240"/>
                  </a:cubicBezTo>
                  <a:lnTo>
                    <a:pt x="11684" y="136145"/>
                  </a:lnTo>
                  <a:lnTo>
                    <a:pt x="21082" y="134240"/>
                  </a:lnTo>
                  <a:cubicBezTo>
                    <a:pt x="22352" y="140463"/>
                    <a:pt x="24130" y="146432"/>
                    <a:pt x="26543" y="152274"/>
                  </a:cubicBezTo>
                  <a:lnTo>
                    <a:pt x="17653" y="155957"/>
                  </a:lnTo>
                  <a:lnTo>
                    <a:pt x="26543" y="152274"/>
                  </a:lnTo>
                  <a:cubicBezTo>
                    <a:pt x="28956" y="158116"/>
                    <a:pt x="31877" y="163704"/>
                    <a:pt x="35433" y="168911"/>
                  </a:cubicBezTo>
                  <a:lnTo>
                    <a:pt x="27432" y="174245"/>
                  </a:lnTo>
                  <a:lnTo>
                    <a:pt x="35433" y="168911"/>
                  </a:lnTo>
                  <a:cubicBezTo>
                    <a:pt x="38989" y="174118"/>
                    <a:pt x="42926" y="179071"/>
                    <a:pt x="47371" y="183516"/>
                  </a:cubicBezTo>
                  <a:lnTo>
                    <a:pt x="40640" y="190247"/>
                  </a:lnTo>
                  <a:lnTo>
                    <a:pt x="47371" y="183516"/>
                  </a:lnTo>
                  <a:cubicBezTo>
                    <a:pt x="51816" y="187961"/>
                    <a:pt x="56642" y="192025"/>
                    <a:pt x="61976" y="195454"/>
                  </a:cubicBezTo>
                  <a:cubicBezTo>
                    <a:pt x="67183" y="199010"/>
                    <a:pt x="72771" y="201931"/>
                    <a:pt x="78613" y="204344"/>
                  </a:cubicBezTo>
                  <a:cubicBezTo>
                    <a:pt x="84455" y="206757"/>
                    <a:pt x="90424" y="208535"/>
                    <a:pt x="96647" y="209805"/>
                  </a:cubicBezTo>
                  <a:cubicBezTo>
                    <a:pt x="102870" y="211075"/>
                    <a:pt x="109093" y="211710"/>
                    <a:pt x="115443" y="211710"/>
                  </a:cubicBezTo>
                  <a:lnTo>
                    <a:pt x="115443" y="221362"/>
                  </a:lnTo>
                  <a:lnTo>
                    <a:pt x="115443" y="211710"/>
                  </a:lnTo>
                  <a:cubicBezTo>
                    <a:pt x="121793" y="211710"/>
                    <a:pt x="128016" y="211075"/>
                    <a:pt x="134239" y="209805"/>
                  </a:cubicBezTo>
                  <a:lnTo>
                    <a:pt x="136144" y="219203"/>
                  </a:lnTo>
                  <a:lnTo>
                    <a:pt x="134239" y="209805"/>
                  </a:lnTo>
                  <a:cubicBezTo>
                    <a:pt x="140462" y="208535"/>
                    <a:pt x="146431" y="206757"/>
                    <a:pt x="152273" y="204344"/>
                  </a:cubicBezTo>
                  <a:cubicBezTo>
                    <a:pt x="158115" y="201931"/>
                    <a:pt x="163703" y="199010"/>
                    <a:pt x="168910" y="195454"/>
                  </a:cubicBezTo>
                  <a:cubicBezTo>
                    <a:pt x="174117" y="191898"/>
                    <a:pt x="179070" y="187961"/>
                    <a:pt x="183515" y="183516"/>
                  </a:cubicBezTo>
                  <a:lnTo>
                    <a:pt x="190246" y="190247"/>
                  </a:lnTo>
                  <a:lnTo>
                    <a:pt x="183515" y="183516"/>
                  </a:lnTo>
                  <a:cubicBezTo>
                    <a:pt x="187960" y="179071"/>
                    <a:pt x="192024" y="174245"/>
                    <a:pt x="195453" y="168911"/>
                  </a:cubicBezTo>
                  <a:cubicBezTo>
                    <a:pt x="199009" y="163704"/>
                    <a:pt x="201930" y="158116"/>
                    <a:pt x="204343" y="152274"/>
                  </a:cubicBezTo>
                  <a:lnTo>
                    <a:pt x="213233" y="155957"/>
                  </a:lnTo>
                  <a:lnTo>
                    <a:pt x="204343" y="152274"/>
                  </a:lnTo>
                  <a:cubicBezTo>
                    <a:pt x="206756" y="146432"/>
                    <a:pt x="208534" y="140463"/>
                    <a:pt x="209804" y="134240"/>
                  </a:cubicBezTo>
                  <a:lnTo>
                    <a:pt x="219202" y="136145"/>
                  </a:lnTo>
                  <a:lnTo>
                    <a:pt x="209804" y="134240"/>
                  </a:lnTo>
                  <a:cubicBezTo>
                    <a:pt x="211074" y="128017"/>
                    <a:pt x="211709" y="121794"/>
                    <a:pt x="211709" y="115444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274066" y="384177"/>
              <a:ext cx="19304" cy="80518"/>
            </a:xfrm>
            <a:custGeom>
              <a:avLst/>
              <a:gdLst/>
              <a:ahLst/>
              <a:cxnLst/>
              <a:rect l="l" t="t" r="r" b="b"/>
              <a:pathLst>
                <a:path w="19304" h="80518">
                  <a:moveTo>
                    <a:pt x="19304" y="9652"/>
                  </a:moveTo>
                  <a:lnTo>
                    <a:pt x="19304" y="70867"/>
                  </a:lnTo>
                  <a:cubicBezTo>
                    <a:pt x="19304" y="76201"/>
                    <a:pt x="14986" y="80519"/>
                    <a:pt x="9652" y="80519"/>
                  </a:cubicBezTo>
                  <a:cubicBezTo>
                    <a:pt x="4318" y="80519"/>
                    <a:pt x="0" y="76201"/>
                    <a:pt x="0" y="70867"/>
                  </a:cubicBezTo>
                  <a:lnTo>
                    <a:pt x="0" y="9652"/>
                  </a:lnTo>
                  <a:cubicBezTo>
                    <a:pt x="0" y="4318"/>
                    <a:pt x="4318" y="0"/>
                    <a:pt x="9652" y="0"/>
                  </a:cubicBezTo>
                  <a:cubicBezTo>
                    <a:pt x="14986" y="0"/>
                    <a:pt x="19304" y="4318"/>
                    <a:pt x="19304" y="9652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107431" y="284851"/>
              <a:ext cx="166196" cy="178770"/>
            </a:xfrm>
            <a:custGeom>
              <a:avLst/>
              <a:gdLst/>
              <a:ahLst/>
              <a:cxnLst/>
              <a:rect l="l" t="t" r="r" b="b"/>
              <a:pathLst>
                <a:path w="166196" h="178770">
                  <a:moveTo>
                    <a:pt x="19061" y="9156"/>
                  </a:moveTo>
                  <a:cubicBezTo>
                    <a:pt x="19442" y="18427"/>
                    <a:pt x="20712" y="27571"/>
                    <a:pt x="22744" y="36715"/>
                  </a:cubicBezTo>
                  <a:lnTo>
                    <a:pt x="13346" y="38747"/>
                  </a:lnTo>
                  <a:lnTo>
                    <a:pt x="22744" y="36715"/>
                  </a:lnTo>
                  <a:cubicBezTo>
                    <a:pt x="24776" y="45732"/>
                    <a:pt x="27570" y="54622"/>
                    <a:pt x="31126" y="63131"/>
                  </a:cubicBezTo>
                  <a:lnTo>
                    <a:pt x="22236" y="66814"/>
                  </a:lnTo>
                  <a:lnTo>
                    <a:pt x="31126" y="63131"/>
                  </a:lnTo>
                  <a:cubicBezTo>
                    <a:pt x="34682" y="71640"/>
                    <a:pt x="39000" y="79895"/>
                    <a:pt x="43953" y="87769"/>
                  </a:cubicBezTo>
                  <a:cubicBezTo>
                    <a:pt x="48906" y="95643"/>
                    <a:pt x="54621" y="102882"/>
                    <a:pt x="60844" y="109740"/>
                  </a:cubicBezTo>
                  <a:lnTo>
                    <a:pt x="53732" y="116217"/>
                  </a:lnTo>
                  <a:lnTo>
                    <a:pt x="60844" y="109740"/>
                  </a:lnTo>
                  <a:cubicBezTo>
                    <a:pt x="67194" y="116598"/>
                    <a:pt x="73925" y="122821"/>
                    <a:pt x="81418" y="128409"/>
                  </a:cubicBezTo>
                  <a:lnTo>
                    <a:pt x="75576" y="136029"/>
                  </a:lnTo>
                  <a:lnTo>
                    <a:pt x="81418" y="128409"/>
                  </a:lnTo>
                  <a:cubicBezTo>
                    <a:pt x="88784" y="133997"/>
                    <a:pt x="96658" y="138950"/>
                    <a:pt x="104913" y="143268"/>
                  </a:cubicBezTo>
                  <a:cubicBezTo>
                    <a:pt x="113168" y="147459"/>
                    <a:pt x="121677" y="151015"/>
                    <a:pt x="130567" y="153809"/>
                  </a:cubicBezTo>
                  <a:cubicBezTo>
                    <a:pt x="139457" y="156603"/>
                    <a:pt x="148474" y="158508"/>
                    <a:pt x="157745" y="159651"/>
                  </a:cubicBezTo>
                  <a:cubicBezTo>
                    <a:pt x="162952" y="160286"/>
                    <a:pt x="166762" y="165113"/>
                    <a:pt x="166127" y="170320"/>
                  </a:cubicBezTo>
                  <a:cubicBezTo>
                    <a:pt x="165492" y="175527"/>
                    <a:pt x="160666" y="179337"/>
                    <a:pt x="155459" y="178702"/>
                  </a:cubicBezTo>
                  <a:cubicBezTo>
                    <a:pt x="145172" y="177432"/>
                    <a:pt x="135012" y="175146"/>
                    <a:pt x="125106" y="172098"/>
                  </a:cubicBezTo>
                  <a:lnTo>
                    <a:pt x="127900" y="162953"/>
                  </a:lnTo>
                  <a:lnTo>
                    <a:pt x="125106" y="172098"/>
                  </a:lnTo>
                  <a:cubicBezTo>
                    <a:pt x="115200" y="169049"/>
                    <a:pt x="105548" y="165113"/>
                    <a:pt x="96277" y="160286"/>
                  </a:cubicBezTo>
                  <a:lnTo>
                    <a:pt x="100722" y="151777"/>
                  </a:lnTo>
                  <a:lnTo>
                    <a:pt x="96277" y="160286"/>
                  </a:lnTo>
                  <a:cubicBezTo>
                    <a:pt x="87006" y="155460"/>
                    <a:pt x="78243" y="149999"/>
                    <a:pt x="69988" y="143649"/>
                  </a:cubicBezTo>
                  <a:cubicBezTo>
                    <a:pt x="61733" y="137299"/>
                    <a:pt x="53986" y="130314"/>
                    <a:pt x="47001" y="122694"/>
                  </a:cubicBezTo>
                  <a:cubicBezTo>
                    <a:pt x="39889" y="115074"/>
                    <a:pt x="33666" y="106819"/>
                    <a:pt x="27951" y="98056"/>
                  </a:cubicBezTo>
                  <a:lnTo>
                    <a:pt x="36079" y="92849"/>
                  </a:lnTo>
                  <a:lnTo>
                    <a:pt x="27951" y="98056"/>
                  </a:lnTo>
                  <a:cubicBezTo>
                    <a:pt x="22363" y="89293"/>
                    <a:pt x="17537" y="80149"/>
                    <a:pt x="13473" y="70497"/>
                  </a:cubicBezTo>
                  <a:cubicBezTo>
                    <a:pt x="9409" y="60845"/>
                    <a:pt x="6361" y="51066"/>
                    <a:pt x="4075" y="40906"/>
                  </a:cubicBezTo>
                  <a:cubicBezTo>
                    <a:pt x="1789" y="30746"/>
                    <a:pt x="392" y="20459"/>
                    <a:pt x="11" y="10045"/>
                  </a:cubicBezTo>
                  <a:cubicBezTo>
                    <a:pt x="-243" y="4711"/>
                    <a:pt x="3821" y="266"/>
                    <a:pt x="9155" y="12"/>
                  </a:cubicBezTo>
                  <a:cubicBezTo>
                    <a:pt x="14489" y="-242"/>
                    <a:pt x="18934" y="3822"/>
                    <a:pt x="19188" y="9156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273939" y="63500"/>
              <a:ext cx="19431" cy="128017"/>
            </a:xfrm>
            <a:custGeom>
              <a:avLst/>
              <a:gdLst/>
              <a:ahLst/>
              <a:cxnLst/>
              <a:rect l="l" t="t" r="r" b="b"/>
              <a:pathLst>
                <a:path w="19431" h="128017">
                  <a:moveTo>
                    <a:pt x="254" y="118492"/>
                  </a:moveTo>
                  <a:lnTo>
                    <a:pt x="0" y="9652"/>
                  </a:lnTo>
                  <a:cubicBezTo>
                    <a:pt x="0" y="4318"/>
                    <a:pt x="4318" y="0"/>
                    <a:pt x="9525" y="0"/>
                  </a:cubicBezTo>
                  <a:cubicBezTo>
                    <a:pt x="14732" y="0"/>
                    <a:pt x="19177" y="4318"/>
                    <a:pt x="19177" y="9525"/>
                  </a:cubicBezTo>
                  <a:lnTo>
                    <a:pt x="19431" y="118365"/>
                  </a:lnTo>
                  <a:cubicBezTo>
                    <a:pt x="19431" y="123699"/>
                    <a:pt x="15113" y="128017"/>
                    <a:pt x="9906" y="128017"/>
                  </a:cubicBezTo>
                  <a:cubicBezTo>
                    <a:pt x="4699" y="128017"/>
                    <a:pt x="254" y="123699"/>
                    <a:pt x="254" y="118492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274317" y="450342"/>
              <a:ext cx="19309" cy="60966"/>
            </a:xfrm>
            <a:custGeom>
              <a:avLst/>
              <a:gdLst/>
              <a:ahLst/>
              <a:cxnLst/>
              <a:rect l="l" t="t" r="r" b="b"/>
              <a:pathLst>
                <a:path w="19309" h="60966">
                  <a:moveTo>
                    <a:pt x="3" y="51311"/>
                  </a:moveTo>
                  <a:lnTo>
                    <a:pt x="130" y="9528"/>
                  </a:lnTo>
                  <a:cubicBezTo>
                    <a:pt x="130" y="4194"/>
                    <a:pt x="4448" y="-124"/>
                    <a:pt x="9782" y="3"/>
                  </a:cubicBezTo>
                  <a:cubicBezTo>
                    <a:pt x="15116" y="130"/>
                    <a:pt x="19434" y="4321"/>
                    <a:pt x="19307" y="9655"/>
                  </a:cubicBezTo>
                  <a:lnTo>
                    <a:pt x="19180" y="51438"/>
                  </a:lnTo>
                  <a:cubicBezTo>
                    <a:pt x="19180" y="56772"/>
                    <a:pt x="14862" y="61090"/>
                    <a:pt x="9528" y="60963"/>
                  </a:cubicBezTo>
                  <a:cubicBezTo>
                    <a:pt x="4194" y="60836"/>
                    <a:pt x="-124" y="56645"/>
                    <a:pt x="3" y="51311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274405" y="445857"/>
              <a:ext cx="21675" cy="23580"/>
            </a:xfrm>
            <a:custGeom>
              <a:avLst/>
              <a:gdLst/>
              <a:ahLst/>
              <a:cxnLst/>
              <a:rect l="l" t="t" r="r" b="b"/>
              <a:pathLst>
                <a:path w="21675" h="23580">
                  <a:moveTo>
                    <a:pt x="1312" y="9187"/>
                  </a:moveTo>
                  <a:lnTo>
                    <a:pt x="3852" y="4742"/>
                  </a:lnTo>
                  <a:cubicBezTo>
                    <a:pt x="6519" y="170"/>
                    <a:pt x="12361" y="-1355"/>
                    <a:pt x="16933" y="1313"/>
                  </a:cubicBezTo>
                  <a:cubicBezTo>
                    <a:pt x="21505" y="3980"/>
                    <a:pt x="23029" y="9822"/>
                    <a:pt x="20362" y="14394"/>
                  </a:cubicBezTo>
                  <a:lnTo>
                    <a:pt x="17822" y="18839"/>
                  </a:lnTo>
                  <a:cubicBezTo>
                    <a:pt x="15155" y="23411"/>
                    <a:pt x="9313" y="24935"/>
                    <a:pt x="4741" y="22268"/>
                  </a:cubicBezTo>
                  <a:cubicBezTo>
                    <a:pt x="169" y="19601"/>
                    <a:pt x="-1355" y="13759"/>
                    <a:pt x="1312" y="9187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440306" y="277240"/>
              <a:ext cx="63633" cy="20199"/>
            </a:xfrm>
            <a:custGeom>
              <a:avLst/>
              <a:gdLst/>
              <a:ahLst/>
              <a:cxnLst/>
              <a:rect l="l" t="t" r="r" b="b"/>
              <a:pathLst>
                <a:path w="63633" h="20199">
                  <a:moveTo>
                    <a:pt x="9782" y="3"/>
                  </a:moveTo>
                  <a:lnTo>
                    <a:pt x="54232" y="1019"/>
                  </a:lnTo>
                  <a:cubicBezTo>
                    <a:pt x="59566" y="1146"/>
                    <a:pt x="63757" y="5464"/>
                    <a:pt x="63630" y="10798"/>
                  </a:cubicBezTo>
                  <a:cubicBezTo>
                    <a:pt x="63503" y="16132"/>
                    <a:pt x="59185" y="20323"/>
                    <a:pt x="53851" y="20196"/>
                  </a:cubicBezTo>
                  <a:lnTo>
                    <a:pt x="9401" y="19180"/>
                  </a:lnTo>
                  <a:cubicBezTo>
                    <a:pt x="4067" y="19053"/>
                    <a:pt x="-124" y="14735"/>
                    <a:pt x="3" y="9401"/>
                  </a:cubicBezTo>
                  <a:cubicBezTo>
                    <a:pt x="130" y="4067"/>
                    <a:pt x="4448" y="-124"/>
                    <a:pt x="9782" y="3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56" name="Freeform 56"/>
            <p:cNvSpPr/>
            <p:nvPr/>
          </p:nvSpPr>
          <p:spPr>
            <a:xfrm>
              <a:off x="228981" y="233173"/>
              <a:ext cx="108966" cy="108967"/>
            </a:xfrm>
            <a:custGeom>
              <a:avLst/>
              <a:gdLst/>
              <a:ahLst/>
              <a:cxnLst/>
              <a:rect l="l" t="t" r="r" b="b"/>
              <a:pathLst>
                <a:path w="108966" h="108967">
                  <a:moveTo>
                    <a:pt x="108966" y="54484"/>
                  </a:moveTo>
                  <a:cubicBezTo>
                    <a:pt x="108966" y="61723"/>
                    <a:pt x="107569" y="68708"/>
                    <a:pt x="104775" y="75312"/>
                  </a:cubicBezTo>
                  <a:lnTo>
                    <a:pt x="95885" y="71629"/>
                  </a:lnTo>
                  <a:lnTo>
                    <a:pt x="104775" y="75312"/>
                  </a:lnTo>
                  <a:cubicBezTo>
                    <a:pt x="101981" y="81916"/>
                    <a:pt x="98044" y="87885"/>
                    <a:pt x="92964" y="92965"/>
                  </a:cubicBezTo>
                  <a:lnTo>
                    <a:pt x="86233" y="86234"/>
                  </a:lnTo>
                  <a:lnTo>
                    <a:pt x="92964" y="92965"/>
                  </a:lnTo>
                  <a:cubicBezTo>
                    <a:pt x="87884" y="98045"/>
                    <a:pt x="81915" y="101982"/>
                    <a:pt x="75311" y="104776"/>
                  </a:cubicBezTo>
                  <a:lnTo>
                    <a:pt x="71628" y="95886"/>
                  </a:lnTo>
                  <a:lnTo>
                    <a:pt x="75311" y="104776"/>
                  </a:lnTo>
                  <a:cubicBezTo>
                    <a:pt x="68707" y="107570"/>
                    <a:pt x="61722" y="108967"/>
                    <a:pt x="54483" y="108967"/>
                  </a:cubicBezTo>
                  <a:lnTo>
                    <a:pt x="54483" y="99315"/>
                  </a:lnTo>
                  <a:lnTo>
                    <a:pt x="54483" y="108967"/>
                  </a:lnTo>
                  <a:cubicBezTo>
                    <a:pt x="47244" y="108967"/>
                    <a:pt x="40259" y="107570"/>
                    <a:pt x="33655" y="104776"/>
                  </a:cubicBezTo>
                  <a:lnTo>
                    <a:pt x="37338" y="95886"/>
                  </a:lnTo>
                  <a:lnTo>
                    <a:pt x="33655" y="104776"/>
                  </a:lnTo>
                  <a:cubicBezTo>
                    <a:pt x="27051" y="101982"/>
                    <a:pt x="21082" y="98045"/>
                    <a:pt x="16002" y="92965"/>
                  </a:cubicBezTo>
                  <a:lnTo>
                    <a:pt x="22733" y="86234"/>
                  </a:lnTo>
                  <a:lnTo>
                    <a:pt x="16002" y="92965"/>
                  </a:lnTo>
                  <a:cubicBezTo>
                    <a:pt x="10922" y="87885"/>
                    <a:pt x="6985" y="81916"/>
                    <a:pt x="4191" y="75312"/>
                  </a:cubicBezTo>
                  <a:lnTo>
                    <a:pt x="13081" y="71629"/>
                  </a:lnTo>
                  <a:lnTo>
                    <a:pt x="4191" y="75312"/>
                  </a:lnTo>
                  <a:cubicBezTo>
                    <a:pt x="1397" y="68708"/>
                    <a:pt x="0" y="61723"/>
                    <a:pt x="0" y="54484"/>
                  </a:cubicBezTo>
                  <a:lnTo>
                    <a:pt x="9652" y="54484"/>
                  </a:lnTo>
                  <a:lnTo>
                    <a:pt x="0" y="54484"/>
                  </a:lnTo>
                  <a:cubicBezTo>
                    <a:pt x="0" y="47245"/>
                    <a:pt x="1397" y="40260"/>
                    <a:pt x="4191" y="33655"/>
                  </a:cubicBezTo>
                  <a:lnTo>
                    <a:pt x="13081" y="37338"/>
                  </a:lnTo>
                  <a:lnTo>
                    <a:pt x="4191" y="33655"/>
                  </a:lnTo>
                  <a:cubicBezTo>
                    <a:pt x="6985" y="27051"/>
                    <a:pt x="10922" y="21082"/>
                    <a:pt x="16002" y="16002"/>
                  </a:cubicBezTo>
                  <a:cubicBezTo>
                    <a:pt x="21082" y="10922"/>
                    <a:pt x="27051" y="6985"/>
                    <a:pt x="33655" y="4191"/>
                  </a:cubicBezTo>
                  <a:lnTo>
                    <a:pt x="37338" y="13081"/>
                  </a:lnTo>
                  <a:lnTo>
                    <a:pt x="33655" y="4191"/>
                  </a:lnTo>
                  <a:cubicBezTo>
                    <a:pt x="40259" y="1397"/>
                    <a:pt x="47244" y="0"/>
                    <a:pt x="54483" y="0"/>
                  </a:cubicBezTo>
                  <a:lnTo>
                    <a:pt x="54483" y="9652"/>
                  </a:lnTo>
                  <a:lnTo>
                    <a:pt x="54483" y="0"/>
                  </a:lnTo>
                  <a:cubicBezTo>
                    <a:pt x="61722" y="0"/>
                    <a:pt x="68707" y="1397"/>
                    <a:pt x="75311" y="4191"/>
                  </a:cubicBezTo>
                  <a:lnTo>
                    <a:pt x="71628" y="13081"/>
                  </a:lnTo>
                  <a:lnTo>
                    <a:pt x="75311" y="4191"/>
                  </a:lnTo>
                  <a:cubicBezTo>
                    <a:pt x="81915" y="6985"/>
                    <a:pt x="87884" y="10922"/>
                    <a:pt x="92964" y="16002"/>
                  </a:cubicBezTo>
                  <a:cubicBezTo>
                    <a:pt x="98044" y="21082"/>
                    <a:pt x="101981" y="27051"/>
                    <a:pt x="104775" y="33655"/>
                  </a:cubicBezTo>
                  <a:lnTo>
                    <a:pt x="95885" y="37338"/>
                  </a:lnTo>
                  <a:lnTo>
                    <a:pt x="104775" y="33655"/>
                  </a:lnTo>
                  <a:cubicBezTo>
                    <a:pt x="107569" y="40260"/>
                    <a:pt x="108966" y="47245"/>
                    <a:pt x="108966" y="54484"/>
                  </a:cubicBezTo>
                  <a:lnTo>
                    <a:pt x="99314" y="54484"/>
                  </a:lnTo>
                  <a:lnTo>
                    <a:pt x="108966" y="54484"/>
                  </a:lnTo>
                  <a:moveTo>
                    <a:pt x="89789" y="54484"/>
                  </a:moveTo>
                  <a:cubicBezTo>
                    <a:pt x="89789" y="49785"/>
                    <a:pt x="88900" y="45340"/>
                    <a:pt x="87122" y="41022"/>
                  </a:cubicBezTo>
                  <a:cubicBezTo>
                    <a:pt x="85344" y="36704"/>
                    <a:pt x="82804" y="32893"/>
                    <a:pt x="79502" y="29591"/>
                  </a:cubicBezTo>
                  <a:lnTo>
                    <a:pt x="86233" y="22860"/>
                  </a:lnTo>
                  <a:lnTo>
                    <a:pt x="79502" y="29591"/>
                  </a:lnTo>
                  <a:cubicBezTo>
                    <a:pt x="76200" y="26289"/>
                    <a:pt x="72390" y="23749"/>
                    <a:pt x="68072" y="21971"/>
                  </a:cubicBezTo>
                  <a:cubicBezTo>
                    <a:pt x="63754" y="20193"/>
                    <a:pt x="59309" y="19304"/>
                    <a:pt x="54610" y="19304"/>
                  </a:cubicBezTo>
                  <a:cubicBezTo>
                    <a:pt x="49911" y="19304"/>
                    <a:pt x="45466" y="20193"/>
                    <a:pt x="41148" y="21971"/>
                  </a:cubicBezTo>
                  <a:cubicBezTo>
                    <a:pt x="36830" y="23749"/>
                    <a:pt x="33020" y="26289"/>
                    <a:pt x="29718" y="29591"/>
                  </a:cubicBezTo>
                  <a:lnTo>
                    <a:pt x="22987" y="22860"/>
                  </a:lnTo>
                  <a:lnTo>
                    <a:pt x="29718" y="29591"/>
                  </a:lnTo>
                  <a:cubicBezTo>
                    <a:pt x="26416" y="32893"/>
                    <a:pt x="23876" y="36704"/>
                    <a:pt x="22098" y="41022"/>
                  </a:cubicBezTo>
                  <a:cubicBezTo>
                    <a:pt x="20320" y="45340"/>
                    <a:pt x="19431" y="49785"/>
                    <a:pt x="19431" y="54484"/>
                  </a:cubicBezTo>
                  <a:cubicBezTo>
                    <a:pt x="19431" y="59183"/>
                    <a:pt x="20320" y="63628"/>
                    <a:pt x="22098" y="67946"/>
                  </a:cubicBezTo>
                  <a:cubicBezTo>
                    <a:pt x="23876" y="72264"/>
                    <a:pt x="26416" y="76074"/>
                    <a:pt x="29718" y="79376"/>
                  </a:cubicBezTo>
                  <a:cubicBezTo>
                    <a:pt x="33020" y="82678"/>
                    <a:pt x="36830" y="85218"/>
                    <a:pt x="41148" y="86996"/>
                  </a:cubicBezTo>
                  <a:cubicBezTo>
                    <a:pt x="45466" y="88774"/>
                    <a:pt x="49911" y="89663"/>
                    <a:pt x="54610" y="89663"/>
                  </a:cubicBezTo>
                  <a:cubicBezTo>
                    <a:pt x="59309" y="89663"/>
                    <a:pt x="63754" y="88774"/>
                    <a:pt x="68072" y="86996"/>
                  </a:cubicBezTo>
                  <a:cubicBezTo>
                    <a:pt x="72390" y="85218"/>
                    <a:pt x="76200" y="82678"/>
                    <a:pt x="79502" y="79376"/>
                  </a:cubicBezTo>
                  <a:cubicBezTo>
                    <a:pt x="82804" y="76074"/>
                    <a:pt x="85344" y="72264"/>
                    <a:pt x="87122" y="67946"/>
                  </a:cubicBezTo>
                  <a:cubicBezTo>
                    <a:pt x="88900" y="63628"/>
                    <a:pt x="89789" y="59183"/>
                    <a:pt x="89789" y="54484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57" name="Freeform 57"/>
            <p:cNvSpPr/>
            <p:nvPr/>
          </p:nvSpPr>
          <p:spPr>
            <a:xfrm>
              <a:off x="381596" y="346712"/>
              <a:ext cx="63539" cy="78600"/>
            </a:xfrm>
            <a:custGeom>
              <a:avLst/>
              <a:gdLst/>
              <a:ahLst/>
              <a:cxnLst/>
              <a:rect l="l" t="t" r="r" b="b"/>
              <a:pathLst>
                <a:path w="63539" h="78600">
                  <a:moveTo>
                    <a:pt x="3341" y="61722"/>
                  </a:moveTo>
                  <a:cubicBezTo>
                    <a:pt x="21502" y="46228"/>
                    <a:pt x="35472" y="27559"/>
                    <a:pt x="45124" y="5715"/>
                  </a:cubicBezTo>
                  <a:cubicBezTo>
                    <a:pt x="47283" y="889"/>
                    <a:pt x="52998" y="-1270"/>
                    <a:pt x="57824" y="762"/>
                  </a:cubicBezTo>
                  <a:cubicBezTo>
                    <a:pt x="62650" y="2794"/>
                    <a:pt x="64809" y="8636"/>
                    <a:pt x="62777" y="13462"/>
                  </a:cubicBezTo>
                  <a:cubicBezTo>
                    <a:pt x="51982" y="37973"/>
                    <a:pt x="36234" y="58928"/>
                    <a:pt x="15914" y="76327"/>
                  </a:cubicBezTo>
                  <a:cubicBezTo>
                    <a:pt x="11850" y="79756"/>
                    <a:pt x="5881" y="79248"/>
                    <a:pt x="2325" y="75184"/>
                  </a:cubicBezTo>
                  <a:cubicBezTo>
                    <a:pt x="-1231" y="71120"/>
                    <a:pt x="-596" y="65151"/>
                    <a:pt x="3468" y="61595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362828" y="137150"/>
              <a:ext cx="92366" cy="121576"/>
            </a:xfrm>
            <a:custGeom>
              <a:avLst/>
              <a:gdLst/>
              <a:ahLst/>
              <a:cxnLst/>
              <a:rect l="l" t="t" r="r" b="b"/>
              <a:pathLst>
                <a:path w="92366" h="121576">
                  <a:moveTo>
                    <a:pt x="73417" y="114184"/>
                  </a:moveTo>
                  <a:cubicBezTo>
                    <a:pt x="68591" y="94245"/>
                    <a:pt x="60209" y="75957"/>
                    <a:pt x="48271" y="59193"/>
                  </a:cubicBezTo>
                  <a:lnTo>
                    <a:pt x="56018" y="53605"/>
                  </a:lnTo>
                  <a:lnTo>
                    <a:pt x="48271" y="59193"/>
                  </a:lnTo>
                  <a:cubicBezTo>
                    <a:pt x="36333" y="42556"/>
                    <a:pt x="21728" y="28713"/>
                    <a:pt x="4456" y="17664"/>
                  </a:cubicBezTo>
                  <a:cubicBezTo>
                    <a:pt x="11" y="14870"/>
                    <a:pt x="-1386" y="8901"/>
                    <a:pt x="1535" y="4456"/>
                  </a:cubicBezTo>
                  <a:cubicBezTo>
                    <a:pt x="4456" y="11"/>
                    <a:pt x="10298" y="-1386"/>
                    <a:pt x="14743" y="1535"/>
                  </a:cubicBezTo>
                  <a:cubicBezTo>
                    <a:pt x="34174" y="13854"/>
                    <a:pt x="50557" y="29475"/>
                    <a:pt x="63892" y="48144"/>
                  </a:cubicBezTo>
                  <a:cubicBezTo>
                    <a:pt x="77227" y="66813"/>
                    <a:pt x="86625" y="87387"/>
                    <a:pt x="92086" y="109739"/>
                  </a:cubicBezTo>
                  <a:cubicBezTo>
                    <a:pt x="93356" y="114946"/>
                    <a:pt x="90181" y="120026"/>
                    <a:pt x="84974" y="121296"/>
                  </a:cubicBezTo>
                  <a:cubicBezTo>
                    <a:pt x="79767" y="122566"/>
                    <a:pt x="74687" y="119391"/>
                    <a:pt x="73417" y="114184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59" name="Freeform 59"/>
            <p:cNvSpPr/>
            <p:nvPr/>
          </p:nvSpPr>
          <p:spPr>
            <a:xfrm>
              <a:off x="107487" y="192655"/>
              <a:ext cx="42505" cy="111396"/>
            </a:xfrm>
            <a:custGeom>
              <a:avLst/>
              <a:gdLst/>
              <a:ahLst/>
              <a:cxnLst/>
              <a:rect l="l" t="t" r="r" b="b"/>
              <a:pathLst>
                <a:path w="42505" h="111396">
                  <a:moveTo>
                    <a:pt x="41103" y="14483"/>
                  </a:moveTo>
                  <a:cubicBezTo>
                    <a:pt x="25101" y="41280"/>
                    <a:pt x="17862" y="70109"/>
                    <a:pt x="19386" y="101352"/>
                  </a:cubicBezTo>
                  <a:cubicBezTo>
                    <a:pt x="19640" y="106686"/>
                    <a:pt x="15576" y="111131"/>
                    <a:pt x="10242" y="111385"/>
                  </a:cubicBezTo>
                  <a:cubicBezTo>
                    <a:pt x="4908" y="111639"/>
                    <a:pt x="463" y="107575"/>
                    <a:pt x="209" y="102241"/>
                  </a:cubicBezTo>
                  <a:cubicBezTo>
                    <a:pt x="-1442" y="67315"/>
                    <a:pt x="6686" y="34676"/>
                    <a:pt x="24593" y="4704"/>
                  </a:cubicBezTo>
                  <a:cubicBezTo>
                    <a:pt x="27260" y="132"/>
                    <a:pt x="33229" y="-1392"/>
                    <a:pt x="37801" y="1402"/>
                  </a:cubicBezTo>
                  <a:cubicBezTo>
                    <a:pt x="42373" y="4196"/>
                    <a:pt x="43897" y="10038"/>
                    <a:pt x="41103" y="14610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600075" y="1792119"/>
            <a:ext cx="9780299" cy="1135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6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How We Represent and Compare Scientific Text Today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00075" y="3856892"/>
            <a:ext cx="4443689" cy="955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Embeddings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Semantic representations for document and sentence comparison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00075" y="5809517"/>
            <a:ext cx="4200916" cy="65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NLI / Entailment Models</a:t>
            </a:r>
          </a:p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Claim comparison and logical relationship detection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822156" y="3894992"/>
            <a:ext cx="4078500" cy="641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Cross-Encoders</a:t>
            </a:r>
          </a:p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Precise relevance scoring for query–passage pairs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822156" y="5780942"/>
            <a:ext cx="4628588" cy="946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6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Semantic Search</a:t>
            </a:r>
          </a:p>
          <a:p>
            <a:pPr algn="l">
              <a:lnSpc>
                <a:spcPts val="210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The current baseline — powerful for matching, limited for reasoning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57288" y="7168705"/>
            <a:ext cx="7117604" cy="23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These tools match language well — but </a:t>
            </a:r>
            <a:r>
              <a:rPr lang="en-US" sz="135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semantic similarity is not scientific reasoning.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749749"/>
            <a:ext cx="11556997" cy="8146799"/>
          </a:xfrm>
          <a:custGeom>
            <a:avLst/>
            <a:gdLst/>
            <a:ahLst/>
            <a:cxnLst/>
            <a:rect l="l" t="t" r="r" b="b"/>
            <a:pathLst>
              <a:path w="11556997" h="8146799">
                <a:moveTo>
                  <a:pt x="0" y="0"/>
                </a:moveTo>
                <a:lnTo>
                  <a:pt x="11556997" y="0"/>
                </a:lnTo>
                <a:lnTo>
                  <a:pt x="11556997" y="8146799"/>
                </a:lnTo>
                <a:lnTo>
                  <a:pt x="0" y="8146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3" name="Group 3"/>
          <p:cNvGrpSpPr/>
          <p:nvPr/>
        </p:nvGrpSpPr>
        <p:grpSpPr>
          <a:xfrm>
            <a:off x="5934075" y="2727520"/>
            <a:ext cx="4905375" cy="4905375"/>
            <a:chOff x="0" y="0"/>
            <a:chExt cx="6540500" cy="6540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540500" cy="6540500"/>
            </a:xfrm>
            <a:custGeom>
              <a:avLst/>
              <a:gdLst/>
              <a:ahLst/>
              <a:cxnLst/>
              <a:rect l="l" t="t" r="r" b="b"/>
              <a:pathLst>
                <a:path w="6540500" h="6540500">
                  <a:moveTo>
                    <a:pt x="28448" y="0"/>
                  </a:moveTo>
                  <a:cubicBezTo>
                    <a:pt x="20574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6511925"/>
                  </a:lnTo>
                  <a:cubicBezTo>
                    <a:pt x="0" y="6519799"/>
                    <a:pt x="2794" y="6526530"/>
                    <a:pt x="8382" y="6532118"/>
                  </a:cubicBezTo>
                  <a:cubicBezTo>
                    <a:pt x="13970" y="6537706"/>
                    <a:pt x="20447" y="6540373"/>
                    <a:pt x="28194" y="6540500"/>
                  </a:cubicBezTo>
                  <a:lnTo>
                    <a:pt x="6512306" y="6540500"/>
                  </a:lnTo>
                  <a:cubicBezTo>
                    <a:pt x="6520053" y="6540373"/>
                    <a:pt x="6526657" y="6537579"/>
                    <a:pt x="6532118" y="6532118"/>
                  </a:cubicBezTo>
                  <a:cubicBezTo>
                    <a:pt x="6537579" y="6526657"/>
                    <a:pt x="6540500" y="6519799"/>
                    <a:pt x="6540500" y="6511925"/>
                  </a:cubicBezTo>
                  <a:lnTo>
                    <a:pt x="6540500" y="28575"/>
                  </a:lnTo>
                  <a:cubicBezTo>
                    <a:pt x="6540500" y="20701"/>
                    <a:pt x="6537706" y="13970"/>
                    <a:pt x="6532118" y="8382"/>
                  </a:cubicBezTo>
                  <a:cubicBezTo>
                    <a:pt x="6526530" y="2794"/>
                    <a:pt x="6519926" y="0"/>
                    <a:pt x="6512052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00075" y="3003745"/>
            <a:ext cx="76200" cy="1657350"/>
            <a:chOff x="0" y="0"/>
            <a:chExt cx="76200" cy="1657350"/>
          </a:xfrm>
        </p:grpSpPr>
        <p:sp>
          <p:nvSpPr>
            <p:cNvPr id="6" name="Freeform 6"/>
            <p:cNvSpPr/>
            <p:nvPr/>
          </p:nvSpPr>
          <p:spPr>
            <a:xfrm>
              <a:off x="-127" y="0"/>
              <a:ext cx="76327" cy="1657350"/>
            </a:xfrm>
            <a:custGeom>
              <a:avLst/>
              <a:gdLst/>
              <a:ahLst/>
              <a:cxnLst/>
              <a:rect l="l" t="t" r="r" b="b"/>
              <a:pathLst>
                <a:path w="76327" h="1657350">
                  <a:moveTo>
                    <a:pt x="127" y="1635887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350" y="6223"/>
                  </a:cubicBezTo>
                  <a:cubicBezTo>
                    <a:pt x="8255" y="4191"/>
                    <a:pt x="10795" y="2667"/>
                    <a:pt x="13335" y="1651"/>
                  </a:cubicBezTo>
                  <a:cubicBezTo>
                    <a:pt x="15875" y="635"/>
                    <a:pt x="18669" y="0"/>
                    <a:pt x="21590" y="0"/>
                  </a:cubicBezTo>
                  <a:lnTo>
                    <a:pt x="76327" y="0"/>
                  </a:lnTo>
                  <a:lnTo>
                    <a:pt x="76327" y="1657350"/>
                  </a:lnTo>
                  <a:lnTo>
                    <a:pt x="21590" y="1657350"/>
                  </a:lnTo>
                  <a:cubicBezTo>
                    <a:pt x="18796" y="1657350"/>
                    <a:pt x="16002" y="1656842"/>
                    <a:pt x="13335" y="1655699"/>
                  </a:cubicBezTo>
                  <a:cubicBezTo>
                    <a:pt x="10668" y="1654556"/>
                    <a:pt x="8382" y="1653032"/>
                    <a:pt x="6350" y="1651000"/>
                  </a:cubicBezTo>
                  <a:cubicBezTo>
                    <a:pt x="4318" y="1648968"/>
                    <a:pt x="2794" y="1646682"/>
                    <a:pt x="1651" y="1644015"/>
                  </a:cubicBezTo>
                  <a:cubicBezTo>
                    <a:pt x="508" y="1641348"/>
                    <a:pt x="0" y="1638681"/>
                    <a:pt x="0" y="1635760"/>
                  </a:cubicBezTo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0075" y="4832545"/>
            <a:ext cx="76200" cy="1924050"/>
            <a:chOff x="0" y="0"/>
            <a:chExt cx="76200" cy="1924050"/>
          </a:xfrm>
        </p:grpSpPr>
        <p:sp>
          <p:nvSpPr>
            <p:cNvPr id="8" name="Freeform 8"/>
            <p:cNvSpPr/>
            <p:nvPr/>
          </p:nvSpPr>
          <p:spPr>
            <a:xfrm>
              <a:off x="-127" y="0"/>
              <a:ext cx="76327" cy="1924050"/>
            </a:xfrm>
            <a:custGeom>
              <a:avLst/>
              <a:gdLst/>
              <a:ahLst/>
              <a:cxnLst/>
              <a:rect l="l" t="t" r="r" b="b"/>
              <a:pathLst>
                <a:path w="76327" h="1924050">
                  <a:moveTo>
                    <a:pt x="127" y="1902587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350" y="6223"/>
                  </a:cubicBezTo>
                  <a:cubicBezTo>
                    <a:pt x="8255" y="4191"/>
                    <a:pt x="10795" y="2667"/>
                    <a:pt x="13335" y="1651"/>
                  </a:cubicBezTo>
                  <a:cubicBezTo>
                    <a:pt x="15875" y="635"/>
                    <a:pt x="18669" y="0"/>
                    <a:pt x="21590" y="0"/>
                  </a:cubicBezTo>
                  <a:lnTo>
                    <a:pt x="76327" y="0"/>
                  </a:lnTo>
                  <a:lnTo>
                    <a:pt x="76327" y="1924050"/>
                  </a:lnTo>
                  <a:lnTo>
                    <a:pt x="21590" y="1924050"/>
                  </a:lnTo>
                  <a:cubicBezTo>
                    <a:pt x="18796" y="1924050"/>
                    <a:pt x="16002" y="1923542"/>
                    <a:pt x="13335" y="1922399"/>
                  </a:cubicBezTo>
                  <a:cubicBezTo>
                    <a:pt x="10668" y="1921256"/>
                    <a:pt x="8382" y="1919732"/>
                    <a:pt x="6350" y="1917700"/>
                  </a:cubicBezTo>
                  <a:cubicBezTo>
                    <a:pt x="4318" y="1915668"/>
                    <a:pt x="2794" y="1913382"/>
                    <a:pt x="1651" y="1910715"/>
                  </a:cubicBezTo>
                  <a:cubicBezTo>
                    <a:pt x="508" y="1908048"/>
                    <a:pt x="0" y="1905381"/>
                    <a:pt x="0" y="1902587"/>
                  </a:cubicBezTo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143250" y="3003745"/>
            <a:ext cx="76200" cy="1657350"/>
            <a:chOff x="0" y="0"/>
            <a:chExt cx="76200" cy="16573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6200" cy="1657350"/>
            </a:xfrm>
            <a:custGeom>
              <a:avLst/>
              <a:gdLst/>
              <a:ahLst/>
              <a:cxnLst/>
              <a:rect l="l" t="t" r="r" b="b"/>
              <a:pathLst>
                <a:path w="76200" h="1657350">
                  <a:moveTo>
                    <a:pt x="0" y="163588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76200" y="0"/>
                  </a:lnTo>
                  <a:lnTo>
                    <a:pt x="76200" y="1657350"/>
                  </a:lnTo>
                  <a:lnTo>
                    <a:pt x="21463" y="1657350"/>
                  </a:lnTo>
                  <a:cubicBezTo>
                    <a:pt x="18669" y="1657350"/>
                    <a:pt x="15875" y="1656842"/>
                    <a:pt x="13208" y="1655699"/>
                  </a:cubicBezTo>
                  <a:cubicBezTo>
                    <a:pt x="10541" y="1654556"/>
                    <a:pt x="8255" y="1653032"/>
                    <a:pt x="6223" y="1651000"/>
                  </a:cubicBezTo>
                  <a:cubicBezTo>
                    <a:pt x="4191" y="1648968"/>
                    <a:pt x="2667" y="1646682"/>
                    <a:pt x="1651" y="1644015"/>
                  </a:cubicBezTo>
                  <a:cubicBezTo>
                    <a:pt x="635" y="1641348"/>
                    <a:pt x="0" y="1638681"/>
                    <a:pt x="0" y="1635760"/>
                  </a:cubicBezTo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4832545"/>
            <a:ext cx="76200" cy="1924050"/>
            <a:chOff x="0" y="0"/>
            <a:chExt cx="76200" cy="1924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924050"/>
            </a:xfrm>
            <a:custGeom>
              <a:avLst/>
              <a:gdLst/>
              <a:ahLst/>
              <a:cxnLst/>
              <a:rect l="l" t="t" r="r" b="b"/>
              <a:pathLst>
                <a:path w="76200" h="1924050">
                  <a:moveTo>
                    <a:pt x="0" y="190258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76200" y="0"/>
                  </a:lnTo>
                  <a:lnTo>
                    <a:pt x="76200" y="1924050"/>
                  </a:lnTo>
                  <a:lnTo>
                    <a:pt x="21463" y="1924050"/>
                  </a:lnTo>
                  <a:cubicBezTo>
                    <a:pt x="18669" y="1924050"/>
                    <a:pt x="15875" y="1923542"/>
                    <a:pt x="13208" y="1922399"/>
                  </a:cubicBezTo>
                  <a:cubicBezTo>
                    <a:pt x="10541" y="1921256"/>
                    <a:pt x="8255" y="1919732"/>
                    <a:pt x="6223" y="1917700"/>
                  </a:cubicBezTo>
                  <a:cubicBezTo>
                    <a:pt x="4191" y="1915668"/>
                    <a:pt x="2667" y="1913382"/>
                    <a:pt x="1651" y="1910715"/>
                  </a:cubicBezTo>
                  <a:cubicBezTo>
                    <a:pt x="635" y="1908048"/>
                    <a:pt x="0" y="1905381"/>
                    <a:pt x="0" y="1902587"/>
                  </a:cubicBezTo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851404" y="1217436"/>
            <a:ext cx="5841511" cy="620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The Within-Paper Challenge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0075" y="2260147"/>
            <a:ext cx="3856025" cy="508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ctr">
              <a:lnSpc>
                <a:spcPts val="1889"/>
              </a:lnSpc>
            </a:pPr>
            <a:r>
              <a:rPr lang="en-US" sz="1350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scattered across sections</a:t>
            </a: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with no explicit link: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6765" y="5441497"/>
            <a:ext cx="1667342" cy="1076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"Found </a:t>
            </a:r>
            <a:r>
              <a:rPr lang="en-US" sz="13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47 novel variants</a:t>
            </a: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in the EGFR pathway across cohorts."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6775" y="3612697"/>
            <a:ext cx="1705442" cy="810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74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"</a:t>
            </a:r>
            <a:r>
              <a:rPr lang="en-US" sz="13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EGFR mutations</a:t>
            </a: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are associated with lung cancer progression."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0075" y="2260147"/>
            <a:ext cx="4403798" cy="232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 single paper contains critical insights—but they are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05340" y="5441497"/>
            <a:ext cx="1672895" cy="810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"Variants may affect </a:t>
            </a:r>
            <a:r>
              <a:rPr lang="en-US" sz="1350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drug response</a:t>
            </a: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in targeted therapies."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7288" y="7117897"/>
            <a:ext cx="4240139" cy="810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answer is </a:t>
            </a:r>
            <a:r>
              <a:rPr lang="en-US" sz="135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fragmented across sections.</a:t>
            </a: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Standard search cannot connect these insights into a coherent finding.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05340" y="3612697"/>
            <a:ext cx="1924040" cy="810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"Samples processed using </a:t>
            </a:r>
            <a:r>
              <a:rPr lang="en-US" sz="1350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RNA sequencing</a:t>
            </a: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with paired-end reads."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6775" y="4987184"/>
            <a:ext cx="741616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Results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6775" y="3158384"/>
            <a:ext cx="1299943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Introduction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05340" y="3158384"/>
            <a:ext cx="887501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Methods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405340" y="4987184"/>
            <a:ext cx="1100157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Discussion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1232108"/>
            <a:ext cx="11556997" cy="7185022"/>
          </a:xfrm>
          <a:custGeom>
            <a:avLst/>
            <a:gdLst/>
            <a:ahLst/>
            <a:cxnLst/>
            <a:rect l="l" t="t" r="r" b="b"/>
            <a:pathLst>
              <a:path w="11556997" h="7185022">
                <a:moveTo>
                  <a:pt x="0" y="0"/>
                </a:moveTo>
                <a:lnTo>
                  <a:pt x="11556997" y="0"/>
                </a:lnTo>
                <a:lnTo>
                  <a:pt x="11556997" y="7185022"/>
                </a:lnTo>
                <a:lnTo>
                  <a:pt x="0" y="71850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3" name="Group 3"/>
          <p:cNvGrpSpPr/>
          <p:nvPr/>
        </p:nvGrpSpPr>
        <p:grpSpPr>
          <a:xfrm>
            <a:off x="5934075" y="2781511"/>
            <a:ext cx="4905375" cy="4905375"/>
            <a:chOff x="0" y="0"/>
            <a:chExt cx="6540500" cy="6540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540500" cy="6540500"/>
            </a:xfrm>
            <a:custGeom>
              <a:avLst/>
              <a:gdLst/>
              <a:ahLst/>
              <a:cxnLst/>
              <a:rect l="l" t="t" r="r" b="b"/>
              <a:pathLst>
                <a:path w="6540500" h="65405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6511925"/>
                  </a:lnTo>
                  <a:cubicBezTo>
                    <a:pt x="0" y="6519799"/>
                    <a:pt x="2794" y="6526530"/>
                    <a:pt x="8382" y="6532118"/>
                  </a:cubicBezTo>
                  <a:cubicBezTo>
                    <a:pt x="13970" y="6537706"/>
                    <a:pt x="20701" y="6540500"/>
                    <a:pt x="28575" y="6540500"/>
                  </a:cubicBezTo>
                  <a:lnTo>
                    <a:pt x="6511925" y="6540500"/>
                  </a:lnTo>
                  <a:cubicBezTo>
                    <a:pt x="6519799" y="6540500"/>
                    <a:pt x="6526530" y="6537706"/>
                    <a:pt x="6532118" y="6532118"/>
                  </a:cubicBezTo>
                  <a:cubicBezTo>
                    <a:pt x="6537706" y="6526530"/>
                    <a:pt x="6540500" y="6519799"/>
                    <a:pt x="6540500" y="6511925"/>
                  </a:cubicBezTo>
                  <a:lnTo>
                    <a:pt x="6540500" y="28575"/>
                  </a:lnTo>
                  <a:cubicBezTo>
                    <a:pt x="6540500" y="20701"/>
                    <a:pt x="6537706" y="13970"/>
                    <a:pt x="6532118" y="8382"/>
                  </a:cubicBezTo>
                  <a:cubicBezTo>
                    <a:pt x="6526530" y="2794"/>
                    <a:pt x="6519799" y="0"/>
                    <a:pt x="6511925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00075" y="1700052"/>
            <a:ext cx="8527447" cy="620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Why Standard Vector Retrieval Falls Short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75" y="3526700"/>
            <a:ext cx="2437219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The Multi-Hop Problem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27355" y="4019123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0075" y="4019123"/>
            <a:ext cx="3041113" cy="23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Paper A:</a:t>
            </a: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CompoundXbindsto </a:t>
            </a:r>
            <a:r>
              <a:rPr lang="en-US" sz="1350">
                <a:solidFill>
                  <a:srgbClr val="E04F00"/>
                </a:solidFill>
                <a:latin typeface="DM Sans"/>
                <a:ea typeface="DM Sans"/>
                <a:cs typeface="DM Sans"/>
                <a:sym typeface="DM Sans"/>
              </a:rPr>
              <a:t>K-Ras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075" y="4447748"/>
            <a:ext cx="4047639" cy="23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Paper B:</a:t>
            </a: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350">
                <a:solidFill>
                  <a:srgbClr val="E04F00"/>
                </a:solidFill>
                <a:latin typeface="DM Sans"/>
                <a:ea typeface="DM Sans"/>
                <a:cs typeface="DM Sans"/>
                <a:sym typeface="DM Sans"/>
              </a:rPr>
              <a:t>K-Ras</a:t>
            </a: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mutations drive pancreatic cancer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0075" y="5162323"/>
            <a:ext cx="4937360" cy="543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39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 query about </a:t>
            </a:r>
            <a:r>
              <a:rPr lang="en-US" sz="1391" i="1">
                <a:solidFill>
                  <a:srgbClr val="38383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pancreatic cancer treatments</a:t>
            </a:r>
            <a:r>
              <a:rPr lang="en-US" sz="139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retrieves Paper </a:t>
            </a:r>
          </a:p>
          <a:p>
            <a:pPr algn="l">
              <a:lnSpc>
                <a:spcPts val="2162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 — but misses the therapeutic link in Paper 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7288" y="6105098"/>
            <a:ext cx="4256075" cy="53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answer is distributed across documents. Vector similarity cannot bridge that gap.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43750" y="1188063"/>
            <a:ext cx="4286250" cy="7276843"/>
            <a:chOff x="0" y="0"/>
            <a:chExt cx="5715000" cy="97024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9702419"/>
            </a:xfrm>
            <a:custGeom>
              <a:avLst/>
              <a:gdLst/>
              <a:ahLst/>
              <a:cxnLst/>
              <a:rect l="l" t="t" r="r" b="b"/>
              <a:pathLst>
                <a:path w="5715000" h="9702419">
                  <a:moveTo>
                    <a:pt x="0" y="0"/>
                  </a:moveTo>
                  <a:lnTo>
                    <a:pt x="5715000" y="0"/>
                  </a:lnTo>
                  <a:lnTo>
                    <a:pt x="5715000" y="9702419"/>
                  </a:lnTo>
                  <a:lnTo>
                    <a:pt x="0" y="9702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" t="-3" r="-84"/>
              </a:stretch>
            </a:blip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36572" y="2981677"/>
            <a:ext cx="6070597" cy="1165222"/>
            <a:chOff x="0" y="0"/>
            <a:chExt cx="6070600" cy="1165225"/>
          </a:xfrm>
        </p:grpSpPr>
        <p:sp>
          <p:nvSpPr>
            <p:cNvPr id="5" name="Freeform 5"/>
            <p:cNvSpPr/>
            <p:nvPr/>
          </p:nvSpPr>
          <p:spPr>
            <a:xfrm>
              <a:off x="73025" y="73152"/>
              <a:ext cx="5924423" cy="1018921"/>
            </a:xfrm>
            <a:custGeom>
              <a:avLst/>
              <a:gdLst/>
              <a:ahLst/>
              <a:cxnLst/>
              <a:rect l="l" t="t" r="r" b="b"/>
              <a:pathLst>
                <a:path w="5924423" h="1018921">
                  <a:moveTo>
                    <a:pt x="0" y="952373"/>
                  </a:moveTo>
                  <a:lnTo>
                    <a:pt x="0" y="66548"/>
                  </a:lnTo>
                  <a:cubicBezTo>
                    <a:pt x="0" y="62230"/>
                    <a:pt x="381" y="57785"/>
                    <a:pt x="1270" y="53594"/>
                  </a:cubicBezTo>
                  <a:cubicBezTo>
                    <a:pt x="2159" y="49403"/>
                    <a:pt x="3429" y="45085"/>
                    <a:pt x="5080" y="41148"/>
                  </a:cubicBezTo>
                  <a:cubicBezTo>
                    <a:pt x="6731" y="37211"/>
                    <a:pt x="8763" y="33274"/>
                    <a:pt x="11303" y="29591"/>
                  </a:cubicBezTo>
                  <a:cubicBezTo>
                    <a:pt x="13843" y="25908"/>
                    <a:pt x="16510" y="22606"/>
                    <a:pt x="19558" y="19558"/>
                  </a:cubicBezTo>
                  <a:cubicBezTo>
                    <a:pt x="22606" y="16510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5912612" y="0"/>
                  </a:lnTo>
                  <a:cubicBezTo>
                    <a:pt x="5915914" y="0"/>
                    <a:pt x="5918708" y="1143"/>
                    <a:pt x="5920994" y="3429"/>
                  </a:cubicBezTo>
                  <a:cubicBezTo>
                    <a:pt x="5923280" y="5715"/>
                    <a:pt x="5924423" y="8509"/>
                    <a:pt x="5924423" y="11811"/>
                  </a:cubicBezTo>
                  <a:lnTo>
                    <a:pt x="5924423" y="1007110"/>
                  </a:lnTo>
                  <a:cubicBezTo>
                    <a:pt x="5924423" y="1010412"/>
                    <a:pt x="5923280" y="1013206"/>
                    <a:pt x="5920994" y="1015492"/>
                  </a:cubicBezTo>
                  <a:cubicBezTo>
                    <a:pt x="5918708" y="1017778"/>
                    <a:pt x="5915914" y="1018921"/>
                    <a:pt x="5912612" y="1018921"/>
                  </a:cubicBezTo>
                  <a:lnTo>
                    <a:pt x="66675" y="1018921"/>
                  </a:lnTo>
                  <a:cubicBezTo>
                    <a:pt x="62357" y="1018921"/>
                    <a:pt x="57912" y="1018540"/>
                    <a:pt x="53721" y="1017651"/>
                  </a:cubicBezTo>
                  <a:cubicBezTo>
                    <a:pt x="49530" y="1016762"/>
                    <a:pt x="45212" y="1015492"/>
                    <a:pt x="41275" y="1013841"/>
                  </a:cubicBezTo>
                  <a:cubicBezTo>
                    <a:pt x="37338" y="1012190"/>
                    <a:pt x="33401" y="1010158"/>
                    <a:pt x="29718" y="1007618"/>
                  </a:cubicBezTo>
                  <a:cubicBezTo>
                    <a:pt x="26035" y="1005078"/>
                    <a:pt x="22733" y="1002411"/>
                    <a:pt x="19558" y="999363"/>
                  </a:cubicBezTo>
                  <a:cubicBezTo>
                    <a:pt x="16383" y="996315"/>
                    <a:pt x="13716" y="992886"/>
                    <a:pt x="11303" y="989203"/>
                  </a:cubicBezTo>
                  <a:cubicBezTo>
                    <a:pt x="8890" y="985520"/>
                    <a:pt x="6858" y="981710"/>
                    <a:pt x="5080" y="977646"/>
                  </a:cubicBezTo>
                  <a:cubicBezTo>
                    <a:pt x="3302" y="973582"/>
                    <a:pt x="2159" y="969391"/>
                    <a:pt x="1270" y="965200"/>
                  </a:cubicBezTo>
                  <a:cubicBezTo>
                    <a:pt x="381" y="961009"/>
                    <a:pt x="0" y="956564"/>
                    <a:pt x="0" y="952246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Freeform 6"/>
            <p:cNvSpPr/>
            <p:nvPr/>
          </p:nvSpPr>
          <p:spPr>
            <a:xfrm>
              <a:off x="63373" y="63500"/>
              <a:ext cx="5943727" cy="1038225"/>
            </a:xfrm>
            <a:custGeom>
              <a:avLst/>
              <a:gdLst/>
              <a:ahLst/>
              <a:cxnLst/>
              <a:rect l="l" t="t" r="r" b="b"/>
              <a:pathLst>
                <a:path w="5943727" h="1038225">
                  <a:moveTo>
                    <a:pt x="127" y="962025"/>
                  </a:moveTo>
                  <a:lnTo>
                    <a:pt x="127" y="76200"/>
                  </a:lnTo>
                  <a:lnTo>
                    <a:pt x="9652" y="76200"/>
                  </a:lnTo>
                  <a:lnTo>
                    <a:pt x="127" y="76200"/>
                  </a:lnTo>
                  <a:cubicBezTo>
                    <a:pt x="127" y="71247"/>
                    <a:pt x="635" y="66294"/>
                    <a:pt x="1651" y="61341"/>
                  </a:cubicBezTo>
                  <a:cubicBezTo>
                    <a:pt x="2667" y="56388"/>
                    <a:pt x="4064" y="51689"/>
                    <a:pt x="5969" y="46990"/>
                  </a:cubicBezTo>
                  <a:lnTo>
                    <a:pt x="14732" y="50673"/>
                  </a:lnTo>
                  <a:lnTo>
                    <a:pt x="5969" y="46990"/>
                  </a:lnTo>
                  <a:cubicBezTo>
                    <a:pt x="7874" y="42418"/>
                    <a:pt x="10287" y="37973"/>
                    <a:pt x="12954" y="33782"/>
                  </a:cubicBezTo>
                  <a:cubicBezTo>
                    <a:pt x="15748" y="29591"/>
                    <a:pt x="18923" y="25781"/>
                    <a:pt x="22479" y="22225"/>
                  </a:cubicBezTo>
                  <a:lnTo>
                    <a:pt x="29210" y="28956"/>
                  </a:lnTo>
                  <a:lnTo>
                    <a:pt x="22479" y="22225"/>
                  </a:lnTo>
                  <a:cubicBezTo>
                    <a:pt x="26035" y="18669"/>
                    <a:pt x="29845" y="15494"/>
                    <a:pt x="34036" y="12700"/>
                  </a:cubicBezTo>
                  <a:lnTo>
                    <a:pt x="39370" y="20574"/>
                  </a:lnTo>
                  <a:lnTo>
                    <a:pt x="34036" y="12700"/>
                  </a:lnTo>
                  <a:cubicBezTo>
                    <a:pt x="38227" y="9906"/>
                    <a:pt x="42545" y="7493"/>
                    <a:pt x="47244" y="5588"/>
                  </a:cubicBezTo>
                  <a:lnTo>
                    <a:pt x="50927" y="14351"/>
                  </a:lnTo>
                  <a:lnTo>
                    <a:pt x="47244" y="5588"/>
                  </a:lnTo>
                  <a:cubicBezTo>
                    <a:pt x="51816" y="3683"/>
                    <a:pt x="56642" y="2159"/>
                    <a:pt x="61595" y="1270"/>
                  </a:cubicBez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5922264" y="0"/>
                  </a:lnTo>
                  <a:lnTo>
                    <a:pt x="5922264" y="9525"/>
                  </a:lnTo>
                  <a:lnTo>
                    <a:pt x="5922264" y="0"/>
                  </a:lnTo>
                  <a:cubicBezTo>
                    <a:pt x="5928106" y="0"/>
                    <a:pt x="5933313" y="2159"/>
                    <a:pt x="5937377" y="6350"/>
                  </a:cubicBezTo>
                  <a:lnTo>
                    <a:pt x="5930646" y="13081"/>
                  </a:lnTo>
                  <a:lnTo>
                    <a:pt x="5937377" y="6350"/>
                  </a:lnTo>
                  <a:cubicBezTo>
                    <a:pt x="5941568" y="10414"/>
                    <a:pt x="5943727" y="15748"/>
                    <a:pt x="5943727" y="21463"/>
                  </a:cubicBezTo>
                  <a:lnTo>
                    <a:pt x="5934202" y="21463"/>
                  </a:lnTo>
                  <a:lnTo>
                    <a:pt x="5943727" y="21463"/>
                  </a:lnTo>
                  <a:lnTo>
                    <a:pt x="5943727" y="1016762"/>
                  </a:lnTo>
                  <a:lnTo>
                    <a:pt x="5934202" y="1016762"/>
                  </a:lnTo>
                  <a:lnTo>
                    <a:pt x="5943727" y="1016762"/>
                  </a:lnTo>
                  <a:cubicBezTo>
                    <a:pt x="5943727" y="1022604"/>
                    <a:pt x="5941568" y="1027811"/>
                    <a:pt x="5937504" y="1031875"/>
                  </a:cubicBezTo>
                  <a:cubicBezTo>
                    <a:pt x="5933440" y="1035939"/>
                    <a:pt x="5928233" y="1038098"/>
                    <a:pt x="5922391" y="1038098"/>
                  </a:cubicBezTo>
                  <a:lnTo>
                    <a:pt x="5922391" y="1028700"/>
                  </a:lnTo>
                  <a:lnTo>
                    <a:pt x="5922391" y="1038225"/>
                  </a:lnTo>
                  <a:lnTo>
                    <a:pt x="76327" y="1038225"/>
                  </a:lnTo>
                  <a:lnTo>
                    <a:pt x="76327" y="1028700"/>
                  </a:lnTo>
                  <a:lnTo>
                    <a:pt x="76327" y="1038225"/>
                  </a:lnTo>
                  <a:cubicBezTo>
                    <a:pt x="71374" y="1038225"/>
                    <a:pt x="66421" y="1037717"/>
                    <a:pt x="61468" y="1036701"/>
                  </a:cubicBezTo>
                  <a:lnTo>
                    <a:pt x="63373" y="1027303"/>
                  </a:lnTo>
                  <a:lnTo>
                    <a:pt x="61468" y="1036701"/>
                  </a:lnTo>
                  <a:cubicBezTo>
                    <a:pt x="56515" y="1035685"/>
                    <a:pt x="51816" y="1034288"/>
                    <a:pt x="47117" y="1032383"/>
                  </a:cubicBezTo>
                  <a:lnTo>
                    <a:pt x="50800" y="1023620"/>
                  </a:lnTo>
                  <a:lnTo>
                    <a:pt x="47117" y="1032383"/>
                  </a:lnTo>
                  <a:cubicBezTo>
                    <a:pt x="42545" y="1030478"/>
                    <a:pt x="38100" y="1028192"/>
                    <a:pt x="33909" y="1025398"/>
                  </a:cubicBezTo>
                  <a:lnTo>
                    <a:pt x="39243" y="1017524"/>
                  </a:lnTo>
                  <a:lnTo>
                    <a:pt x="33909" y="1025398"/>
                  </a:lnTo>
                  <a:cubicBezTo>
                    <a:pt x="29718" y="1022604"/>
                    <a:pt x="25908" y="1019429"/>
                    <a:pt x="22352" y="1015873"/>
                  </a:cubicBezTo>
                  <a:cubicBezTo>
                    <a:pt x="18796" y="1012317"/>
                    <a:pt x="15621" y="1008507"/>
                    <a:pt x="12827" y="1004316"/>
                  </a:cubicBezTo>
                  <a:lnTo>
                    <a:pt x="20701" y="998982"/>
                  </a:lnTo>
                  <a:lnTo>
                    <a:pt x="12827" y="1004316"/>
                  </a:lnTo>
                  <a:cubicBezTo>
                    <a:pt x="10033" y="1000125"/>
                    <a:pt x="7747" y="995807"/>
                    <a:pt x="5842" y="991108"/>
                  </a:cubicBezTo>
                  <a:lnTo>
                    <a:pt x="14605" y="987425"/>
                  </a:lnTo>
                  <a:lnTo>
                    <a:pt x="5842" y="991108"/>
                  </a:lnTo>
                  <a:cubicBezTo>
                    <a:pt x="3937" y="986536"/>
                    <a:pt x="2540" y="981710"/>
                    <a:pt x="1524" y="976757"/>
                  </a:cubicBezTo>
                  <a:cubicBezTo>
                    <a:pt x="508" y="971804"/>
                    <a:pt x="0" y="966851"/>
                    <a:pt x="0" y="961898"/>
                  </a:cubicBezTo>
                  <a:lnTo>
                    <a:pt x="9525" y="961898"/>
                  </a:lnTo>
                  <a:lnTo>
                    <a:pt x="127" y="961898"/>
                  </a:lnTo>
                  <a:moveTo>
                    <a:pt x="19177" y="961898"/>
                  </a:moveTo>
                  <a:cubicBezTo>
                    <a:pt x="19177" y="965708"/>
                    <a:pt x="19558" y="969391"/>
                    <a:pt x="20320" y="973074"/>
                  </a:cubicBezTo>
                  <a:lnTo>
                    <a:pt x="10922" y="974979"/>
                  </a:lnTo>
                  <a:lnTo>
                    <a:pt x="20320" y="973074"/>
                  </a:lnTo>
                  <a:cubicBezTo>
                    <a:pt x="21082" y="976757"/>
                    <a:pt x="22098" y="980313"/>
                    <a:pt x="23622" y="983742"/>
                  </a:cubicBezTo>
                  <a:cubicBezTo>
                    <a:pt x="25019" y="987171"/>
                    <a:pt x="26797" y="990473"/>
                    <a:pt x="28956" y="993648"/>
                  </a:cubicBezTo>
                  <a:cubicBezTo>
                    <a:pt x="30988" y="996823"/>
                    <a:pt x="33401" y="999617"/>
                    <a:pt x="36068" y="1002284"/>
                  </a:cubicBezTo>
                  <a:lnTo>
                    <a:pt x="29337" y="1009015"/>
                  </a:lnTo>
                  <a:lnTo>
                    <a:pt x="36068" y="1002284"/>
                  </a:lnTo>
                  <a:cubicBezTo>
                    <a:pt x="38735" y="1004951"/>
                    <a:pt x="41656" y="1007364"/>
                    <a:pt x="44704" y="1009396"/>
                  </a:cubicBezTo>
                  <a:cubicBezTo>
                    <a:pt x="47752" y="1011428"/>
                    <a:pt x="51054" y="1013206"/>
                    <a:pt x="54610" y="1014730"/>
                  </a:cubicBezTo>
                  <a:cubicBezTo>
                    <a:pt x="58039" y="1016127"/>
                    <a:pt x="61595" y="1017270"/>
                    <a:pt x="65278" y="1018032"/>
                  </a:cubicBezTo>
                  <a:cubicBezTo>
                    <a:pt x="68961" y="1018794"/>
                    <a:pt x="72644" y="1019175"/>
                    <a:pt x="76454" y="1019175"/>
                  </a:cubicBezTo>
                  <a:lnTo>
                    <a:pt x="5922264" y="1019175"/>
                  </a:lnTo>
                  <a:cubicBezTo>
                    <a:pt x="5923026" y="1019175"/>
                    <a:pt x="5923407" y="1019048"/>
                    <a:pt x="5923915" y="1018413"/>
                  </a:cubicBezTo>
                  <a:lnTo>
                    <a:pt x="5930646" y="1025144"/>
                  </a:lnTo>
                  <a:lnTo>
                    <a:pt x="5923915" y="1018413"/>
                  </a:lnTo>
                  <a:cubicBezTo>
                    <a:pt x="5924423" y="1017905"/>
                    <a:pt x="5924677" y="1017524"/>
                    <a:pt x="5924677" y="1016762"/>
                  </a:cubicBezTo>
                  <a:lnTo>
                    <a:pt x="5924677" y="21463"/>
                  </a:lnTo>
                  <a:cubicBezTo>
                    <a:pt x="5924677" y="20701"/>
                    <a:pt x="5924550" y="20320"/>
                    <a:pt x="5924042" y="19812"/>
                  </a:cubicBezTo>
                  <a:cubicBezTo>
                    <a:pt x="5923534" y="19304"/>
                    <a:pt x="5923153" y="19177"/>
                    <a:pt x="5922391" y="19177"/>
                  </a:cubicBezTo>
                  <a:lnTo>
                    <a:pt x="76327" y="19177"/>
                  </a:lnTo>
                  <a:cubicBezTo>
                    <a:pt x="72644" y="19177"/>
                    <a:pt x="68834" y="19558"/>
                    <a:pt x="65151" y="20320"/>
                  </a:cubicBezTo>
                  <a:lnTo>
                    <a:pt x="63246" y="10922"/>
                  </a:lnTo>
                  <a:lnTo>
                    <a:pt x="65151" y="20320"/>
                  </a:lnTo>
                  <a:cubicBezTo>
                    <a:pt x="61468" y="21082"/>
                    <a:pt x="57912" y="22098"/>
                    <a:pt x="54483" y="23622"/>
                  </a:cubicBezTo>
                  <a:cubicBezTo>
                    <a:pt x="51054" y="25019"/>
                    <a:pt x="47752" y="26797"/>
                    <a:pt x="44577" y="28829"/>
                  </a:cubicBezTo>
                  <a:cubicBezTo>
                    <a:pt x="41529" y="30861"/>
                    <a:pt x="38608" y="33274"/>
                    <a:pt x="35941" y="35941"/>
                  </a:cubicBezTo>
                  <a:cubicBezTo>
                    <a:pt x="33274" y="38608"/>
                    <a:pt x="30988" y="41402"/>
                    <a:pt x="28829" y="44577"/>
                  </a:cubicBezTo>
                  <a:lnTo>
                    <a:pt x="20955" y="39243"/>
                  </a:lnTo>
                  <a:lnTo>
                    <a:pt x="28829" y="44577"/>
                  </a:lnTo>
                  <a:cubicBezTo>
                    <a:pt x="26797" y="47752"/>
                    <a:pt x="25019" y="51054"/>
                    <a:pt x="23495" y="54483"/>
                  </a:cubicBezTo>
                  <a:cubicBezTo>
                    <a:pt x="22098" y="57912"/>
                    <a:pt x="20955" y="61468"/>
                    <a:pt x="20193" y="65151"/>
                  </a:cubicBezTo>
                  <a:lnTo>
                    <a:pt x="10795" y="63246"/>
                  </a:lnTo>
                  <a:lnTo>
                    <a:pt x="20193" y="65151"/>
                  </a:lnTo>
                  <a:cubicBezTo>
                    <a:pt x="19431" y="68834"/>
                    <a:pt x="19050" y="72517"/>
                    <a:pt x="19050" y="76327"/>
                  </a:cubicBezTo>
                  <a:lnTo>
                    <a:pt x="19050" y="962025"/>
                  </a:ln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7" name="Freeform 7"/>
            <p:cNvSpPr/>
            <p:nvPr/>
          </p:nvSpPr>
          <p:spPr>
            <a:xfrm>
              <a:off x="63500" y="63500"/>
              <a:ext cx="76200" cy="1038225"/>
            </a:xfrm>
            <a:custGeom>
              <a:avLst/>
              <a:gdLst/>
              <a:ahLst/>
              <a:cxnLst/>
              <a:rect l="l" t="t" r="r" b="b"/>
              <a:pathLst>
                <a:path w="76200" h="1038225">
                  <a:moveTo>
                    <a:pt x="0" y="10167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76200" y="0"/>
                  </a:lnTo>
                  <a:lnTo>
                    <a:pt x="76200" y="1038225"/>
                  </a:lnTo>
                  <a:lnTo>
                    <a:pt x="21463" y="1038225"/>
                  </a:lnTo>
                  <a:cubicBezTo>
                    <a:pt x="18669" y="1038225"/>
                    <a:pt x="15875" y="1037717"/>
                    <a:pt x="13208" y="1036574"/>
                  </a:cubicBezTo>
                  <a:cubicBezTo>
                    <a:pt x="10541" y="1035431"/>
                    <a:pt x="8255" y="1033907"/>
                    <a:pt x="6223" y="1031875"/>
                  </a:cubicBezTo>
                  <a:cubicBezTo>
                    <a:pt x="4191" y="1029843"/>
                    <a:pt x="2667" y="1027557"/>
                    <a:pt x="1524" y="1024890"/>
                  </a:cubicBezTo>
                  <a:cubicBezTo>
                    <a:pt x="381" y="1022223"/>
                    <a:pt x="0" y="1019683"/>
                    <a:pt x="0" y="1016762"/>
                  </a:cubicBezTo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6572" y="4191352"/>
            <a:ext cx="6070597" cy="1165222"/>
            <a:chOff x="0" y="0"/>
            <a:chExt cx="6070600" cy="1165225"/>
          </a:xfrm>
        </p:grpSpPr>
        <p:sp>
          <p:nvSpPr>
            <p:cNvPr id="9" name="Freeform 9"/>
            <p:cNvSpPr/>
            <p:nvPr/>
          </p:nvSpPr>
          <p:spPr>
            <a:xfrm>
              <a:off x="73025" y="73279"/>
              <a:ext cx="5924423" cy="1018921"/>
            </a:xfrm>
            <a:custGeom>
              <a:avLst/>
              <a:gdLst/>
              <a:ahLst/>
              <a:cxnLst/>
              <a:rect l="l" t="t" r="r" b="b"/>
              <a:pathLst>
                <a:path w="5924423" h="1018921">
                  <a:moveTo>
                    <a:pt x="0" y="952246"/>
                  </a:moveTo>
                  <a:lnTo>
                    <a:pt x="0" y="66421"/>
                  </a:lnTo>
                  <a:cubicBezTo>
                    <a:pt x="0" y="61976"/>
                    <a:pt x="381" y="57658"/>
                    <a:pt x="1270" y="53467"/>
                  </a:cubicBezTo>
                  <a:cubicBezTo>
                    <a:pt x="2159" y="49276"/>
                    <a:pt x="3429" y="44958"/>
                    <a:pt x="5080" y="41021"/>
                  </a:cubicBezTo>
                  <a:cubicBezTo>
                    <a:pt x="6731" y="37084"/>
                    <a:pt x="8763" y="33147"/>
                    <a:pt x="11303" y="29464"/>
                  </a:cubicBezTo>
                  <a:cubicBezTo>
                    <a:pt x="13843" y="25781"/>
                    <a:pt x="16510" y="22479"/>
                    <a:pt x="19558" y="19431"/>
                  </a:cubicBezTo>
                  <a:cubicBezTo>
                    <a:pt x="22606" y="16383"/>
                    <a:pt x="26035" y="13589"/>
                    <a:pt x="29718" y="11176"/>
                  </a:cubicBezTo>
                  <a:cubicBezTo>
                    <a:pt x="33401" y="8763"/>
                    <a:pt x="37211" y="6731"/>
                    <a:pt x="41275" y="5080"/>
                  </a:cubicBezTo>
                  <a:cubicBezTo>
                    <a:pt x="45339" y="3429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5912612" y="0"/>
                  </a:lnTo>
                  <a:cubicBezTo>
                    <a:pt x="5915914" y="0"/>
                    <a:pt x="5918708" y="1143"/>
                    <a:pt x="5920994" y="3429"/>
                  </a:cubicBezTo>
                  <a:cubicBezTo>
                    <a:pt x="5923280" y="5715"/>
                    <a:pt x="5924423" y="8509"/>
                    <a:pt x="5924423" y="11811"/>
                  </a:cubicBezTo>
                  <a:lnTo>
                    <a:pt x="5924423" y="1006983"/>
                  </a:lnTo>
                  <a:cubicBezTo>
                    <a:pt x="5924423" y="1010285"/>
                    <a:pt x="5923280" y="1013079"/>
                    <a:pt x="5920994" y="1015365"/>
                  </a:cubicBezTo>
                  <a:cubicBezTo>
                    <a:pt x="5918708" y="1017651"/>
                    <a:pt x="5915914" y="1018921"/>
                    <a:pt x="5912612" y="1018921"/>
                  </a:cubicBezTo>
                  <a:lnTo>
                    <a:pt x="66675" y="1018921"/>
                  </a:lnTo>
                  <a:cubicBezTo>
                    <a:pt x="62357" y="1018921"/>
                    <a:pt x="57912" y="1018540"/>
                    <a:pt x="53721" y="1017651"/>
                  </a:cubicBezTo>
                  <a:cubicBezTo>
                    <a:pt x="49530" y="1016762"/>
                    <a:pt x="45212" y="1015492"/>
                    <a:pt x="41275" y="1013841"/>
                  </a:cubicBezTo>
                  <a:cubicBezTo>
                    <a:pt x="37338" y="1012190"/>
                    <a:pt x="33401" y="1010158"/>
                    <a:pt x="29718" y="1007618"/>
                  </a:cubicBezTo>
                  <a:cubicBezTo>
                    <a:pt x="26035" y="1005078"/>
                    <a:pt x="22733" y="1002411"/>
                    <a:pt x="19558" y="999363"/>
                  </a:cubicBezTo>
                  <a:cubicBezTo>
                    <a:pt x="16383" y="996315"/>
                    <a:pt x="13716" y="992886"/>
                    <a:pt x="11303" y="989203"/>
                  </a:cubicBezTo>
                  <a:cubicBezTo>
                    <a:pt x="8890" y="985520"/>
                    <a:pt x="6858" y="981710"/>
                    <a:pt x="5080" y="977646"/>
                  </a:cubicBezTo>
                  <a:cubicBezTo>
                    <a:pt x="3302" y="973582"/>
                    <a:pt x="2159" y="969391"/>
                    <a:pt x="1270" y="965200"/>
                  </a:cubicBezTo>
                  <a:cubicBezTo>
                    <a:pt x="381" y="961009"/>
                    <a:pt x="0" y="956564"/>
                    <a:pt x="0" y="952246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3373" y="63500"/>
              <a:ext cx="5943727" cy="1038225"/>
            </a:xfrm>
            <a:custGeom>
              <a:avLst/>
              <a:gdLst/>
              <a:ahLst/>
              <a:cxnLst/>
              <a:rect l="l" t="t" r="r" b="b"/>
              <a:pathLst>
                <a:path w="5943727" h="1038225">
                  <a:moveTo>
                    <a:pt x="127" y="962025"/>
                  </a:moveTo>
                  <a:lnTo>
                    <a:pt x="127" y="76200"/>
                  </a:lnTo>
                  <a:lnTo>
                    <a:pt x="9652" y="76200"/>
                  </a:lnTo>
                  <a:lnTo>
                    <a:pt x="127" y="76200"/>
                  </a:lnTo>
                  <a:cubicBezTo>
                    <a:pt x="127" y="71247"/>
                    <a:pt x="635" y="66294"/>
                    <a:pt x="1651" y="61341"/>
                  </a:cubicBezTo>
                  <a:lnTo>
                    <a:pt x="11049" y="63246"/>
                  </a:lnTo>
                  <a:lnTo>
                    <a:pt x="1651" y="61341"/>
                  </a:lnTo>
                  <a:cubicBezTo>
                    <a:pt x="2667" y="56388"/>
                    <a:pt x="4064" y="51689"/>
                    <a:pt x="5969" y="46990"/>
                  </a:cubicBezTo>
                  <a:lnTo>
                    <a:pt x="14732" y="50673"/>
                  </a:lnTo>
                  <a:lnTo>
                    <a:pt x="5969" y="46990"/>
                  </a:lnTo>
                  <a:cubicBezTo>
                    <a:pt x="7874" y="42418"/>
                    <a:pt x="10287" y="37973"/>
                    <a:pt x="12954" y="33782"/>
                  </a:cubicBezTo>
                  <a:cubicBezTo>
                    <a:pt x="15748" y="29591"/>
                    <a:pt x="18923" y="25781"/>
                    <a:pt x="22479" y="22225"/>
                  </a:cubicBezTo>
                  <a:lnTo>
                    <a:pt x="29210" y="28956"/>
                  </a:lnTo>
                  <a:lnTo>
                    <a:pt x="22479" y="22225"/>
                  </a:lnTo>
                  <a:cubicBezTo>
                    <a:pt x="26035" y="18669"/>
                    <a:pt x="29845" y="15494"/>
                    <a:pt x="34036" y="12700"/>
                  </a:cubicBezTo>
                  <a:lnTo>
                    <a:pt x="39370" y="20574"/>
                  </a:lnTo>
                  <a:lnTo>
                    <a:pt x="34036" y="12700"/>
                  </a:lnTo>
                  <a:cubicBezTo>
                    <a:pt x="38227" y="9906"/>
                    <a:pt x="42545" y="7493"/>
                    <a:pt x="47244" y="5588"/>
                  </a:cubicBezTo>
                  <a:lnTo>
                    <a:pt x="50927" y="14351"/>
                  </a:lnTo>
                  <a:lnTo>
                    <a:pt x="47244" y="5588"/>
                  </a:lnTo>
                  <a:cubicBezTo>
                    <a:pt x="51816" y="3683"/>
                    <a:pt x="56642" y="2159"/>
                    <a:pt x="61595" y="1270"/>
                  </a:cubicBezTo>
                  <a:lnTo>
                    <a:pt x="63500" y="10668"/>
                  </a:lnTo>
                  <a:lnTo>
                    <a:pt x="61595" y="1270"/>
                  </a:ln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5922264" y="0"/>
                  </a:lnTo>
                  <a:lnTo>
                    <a:pt x="5922264" y="9525"/>
                  </a:lnTo>
                  <a:lnTo>
                    <a:pt x="5922264" y="0"/>
                  </a:lnTo>
                  <a:cubicBezTo>
                    <a:pt x="5928106" y="0"/>
                    <a:pt x="5933313" y="2159"/>
                    <a:pt x="5937377" y="6350"/>
                  </a:cubicBezTo>
                  <a:lnTo>
                    <a:pt x="5930646" y="13081"/>
                  </a:lnTo>
                  <a:lnTo>
                    <a:pt x="5937377" y="6350"/>
                  </a:lnTo>
                  <a:cubicBezTo>
                    <a:pt x="5941568" y="10414"/>
                    <a:pt x="5943727" y="15748"/>
                    <a:pt x="5943727" y="21463"/>
                  </a:cubicBezTo>
                  <a:lnTo>
                    <a:pt x="5934202" y="21463"/>
                  </a:lnTo>
                  <a:lnTo>
                    <a:pt x="5943727" y="21463"/>
                  </a:lnTo>
                  <a:lnTo>
                    <a:pt x="5943727" y="1016762"/>
                  </a:lnTo>
                  <a:lnTo>
                    <a:pt x="5934202" y="1016762"/>
                  </a:lnTo>
                  <a:lnTo>
                    <a:pt x="5943727" y="1016762"/>
                  </a:lnTo>
                  <a:cubicBezTo>
                    <a:pt x="5943727" y="1022604"/>
                    <a:pt x="5941568" y="1027811"/>
                    <a:pt x="5937504" y="1031875"/>
                  </a:cubicBezTo>
                  <a:cubicBezTo>
                    <a:pt x="5933440" y="1035939"/>
                    <a:pt x="5928233" y="1038098"/>
                    <a:pt x="5922391" y="1038098"/>
                  </a:cubicBezTo>
                  <a:lnTo>
                    <a:pt x="5922391" y="1028700"/>
                  </a:lnTo>
                  <a:lnTo>
                    <a:pt x="5922391" y="1038225"/>
                  </a:lnTo>
                  <a:lnTo>
                    <a:pt x="76327" y="1038225"/>
                  </a:lnTo>
                  <a:lnTo>
                    <a:pt x="76327" y="1028700"/>
                  </a:lnTo>
                  <a:lnTo>
                    <a:pt x="76327" y="1038225"/>
                  </a:lnTo>
                  <a:cubicBezTo>
                    <a:pt x="71374" y="1038225"/>
                    <a:pt x="66421" y="1037717"/>
                    <a:pt x="61468" y="1036701"/>
                  </a:cubicBezTo>
                  <a:cubicBezTo>
                    <a:pt x="56515" y="1035685"/>
                    <a:pt x="51816" y="1034288"/>
                    <a:pt x="47117" y="1032383"/>
                  </a:cubicBezTo>
                  <a:lnTo>
                    <a:pt x="50800" y="1023620"/>
                  </a:lnTo>
                  <a:lnTo>
                    <a:pt x="47117" y="1032383"/>
                  </a:lnTo>
                  <a:cubicBezTo>
                    <a:pt x="42545" y="1030478"/>
                    <a:pt x="38100" y="1028192"/>
                    <a:pt x="33909" y="1025398"/>
                  </a:cubicBezTo>
                  <a:lnTo>
                    <a:pt x="39243" y="1017524"/>
                  </a:lnTo>
                  <a:lnTo>
                    <a:pt x="33909" y="1025398"/>
                  </a:lnTo>
                  <a:cubicBezTo>
                    <a:pt x="29718" y="1022604"/>
                    <a:pt x="25908" y="1019429"/>
                    <a:pt x="22352" y="1015873"/>
                  </a:cubicBezTo>
                  <a:cubicBezTo>
                    <a:pt x="18796" y="1012317"/>
                    <a:pt x="15621" y="1008507"/>
                    <a:pt x="12827" y="1004316"/>
                  </a:cubicBezTo>
                  <a:lnTo>
                    <a:pt x="20701" y="998982"/>
                  </a:lnTo>
                  <a:lnTo>
                    <a:pt x="12827" y="1004316"/>
                  </a:lnTo>
                  <a:cubicBezTo>
                    <a:pt x="10033" y="1000125"/>
                    <a:pt x="7747" y="995807"/>
                    <a:pt x="5842" y="991108"/>
                  </a:cubicBezTo>
                  <a:lnTo>
                    <a:pt x="14605" y="987425"/>
                  </a:lnTo>
                  <a:lnTo>
                    <a:pt x="5842" y="991108"/>
                  </a:lnTo>
                  <a:cubicBezTo>
                    <a:pt x="3937" y="986536"/>
                    <a:pt x="2540" y="981710"/>
                    <a:pt x="1524" y="976757"/>
                  </a:cubicBezTo>
                  <a:cubicBezTo>
                    <a:pt x="508" y="971804"/>
                    <a:pt x="0" y="966851"/>
                    <a:pt x="0" y="961898"/>
                  </a:cubicBezTo>
                  <a:lnTo>
                    <a:pt x="9525" y="961898"/>
                  </a:lnTo>
                  <a:lnTo>
                    <a:pt x="127" y="961898"/>
                  </a:lnTo>
                  <a:moveTo>
                    <a:pt x="19177" y="961898"/>
                  </a:moveTo>
                  <a:cubicBezTo>
                    <a:pt x="19177" y="965708"/>
                    <a:pt x="19558" y="969391"/>
                    <a:pt x="20320" y="973074"/>
                  </a:cubicBezTo>
                  <a:lnTo>
                    <a:pt x="10922" y="974979"/>
                  </a:lnTo>
                  <a:lnTo>
                    <a:pt x="20320" y="973074"/>
                  </a:lnTo>
                  <a:cubicBezTo>
                    <a:pt x="21082" y="976757"/>
                    <a:pt x="22098" y="980313"/>
                    <a:pt x="23622" y="983742"/>
                  </a:cubicBezTo>
                  <a:cubicBezTo>
                    <a:pt x="25019" y="987171"/>
                    <a:pt x="26797" y="990473"/>
                    <a:pt x="28956" y="993648"/>
                  </a:cubicBezTo>
                  <a:cubicBezTo>
                    <a:pt x="30988" y="996823"/>
                    <a:pt x="33401" y="999617"/>
                    <a:pt x="36068" y="1002284"/>
                  </a:cubicBezTo>
                  <a:lnTo>
                    <a:pt x="29337" y="1009015"/>
                  </a:lnTo>
                  <a:lnTo>
                    <a:pt x="36068" y="1002284"/>
                  </a:lnTo>
                  <a:cubicBezTo>
                    <a:pt x="38735" y="1004951"/>
                    <a:pt x="41656" y="1007364"/>
                    <a:pt x="44704" y="1009396"/>
                  </a:cubicBezTo>
                  <a:cubicBezTo>
                    <a:pt x="47752" y="1011428"/>
                    <a:pt x="51054" y="1013206"/>
                    <a:pt x="54610" y="1014730"/>
                  </a:cubicBezTo>
                  <a:cubicBezTo>
                    <a:pt x="58039" y="1016127"/>
                    <a:pt x="61595" y="1017270"/>
                    <a:pt x="65278" y="1018032"/>
                  </a:cubicBezTo>
                  <a:lnTo>
                    <a:pt x="63373" y="1027430"/>
                  </a:lnTo>
                  <a:lnTo>
                    <a:pt x="65278" y="1018032"/>
                  </a:lnTo>
                  <a:cubicBezTo>
                    <a:pt x="68961" y="1018794"/>
                    <a:pt x="72644" y="1019175"/>
                    <a:pt x="76454" y="1019175"/>
                  </a:cubicBezTo>
                  <a:lnTo>
                    <a:pt x="5922264" y="1019175"/>
                  </a:lnTo>
                  <a:cubicBezTo>
                    <a:pt x="5923026" y="1019175"/>
                    <a:pt x="5923407" y="1019048"/>
                    <a:pt x="5923915" y="1018413"/>
                  </a:cubicBezTo>
                  <a:lnTo>
                    <a:pt x="5930646" y="1025144"/>
                  </a:lnTo>
                  <a:lnTo>
                    <a:pt x="5923915" y="1018413"/>
                  </a:lnTo>
                  <a:cubicBezTo>
                    <a:pt x="5924423" y="1017905"/>
                    <a:pt x="5924677" y="1017524"/>
                    <a:pt x="5924677" y="1016762"/>
                  </a:cubicBezTo>
                  <a:lnTo>
                    <a:pt x="5924677" y="21463"/>
                  </a:lnTo>
                  <a:cubicBezTo>
                    <a:pt x="5924677" y="20701"/>
                    <a:pt x="5924550" y="20320"/>
                    <a:pt x="5924042" y="19812"/>
                  </a:cubicBezTo>
                  <a:cubicBezTo>
                    <a:pt x="5923534" y="19304"/>
                    <a:pt x="5923153" y="19177"/>
                    <a:pt x="5922391" y="19177"/>
                  </a:cubicBezTo>
                  <a:lnTo>
                    <a:pt x="76327" y="19177"/>
                  </a:lnTo>
                  <a:cubicBezTo>
                    <a:pt x="72644" y="19177"/>
                    <a:pt x="68834" y="19558"/>
                    <a:pt x="65151" y="20320"/>
                  </a:cubicBezTo>
                  <a:cubicBezTo>
                    <a:pt x="61468" y="21082"/>
                    <a:pt x="57912" y="22098"/>
                    <a:pt x="54483" y="23622"/>
                  </a:cubicBezTo>
                  <a:cubicBezTo>
                    <a:pt x="51054" y="25019"/>
                    <a:pt x="47752" y="26797"/>
                    <a:pt x="44577" y="28829"/>
                  </a:cubicBezTo>
                  <a:cubicBezTo>
                    <a:pt x="41529" y="30861"/>
                    <a:pt x="38608" y="33274"/>
                    <a:pt x="35941" y="35941"/>
                  </a:cubicBezTo>
                  <a:cubicBezTo>
                    <a:pt x="33274" y="38608"/>
                    <a:pt x="30988" y="41402"/>
                    <a:pt x="28829" y="44577"/>
                  </a:cubicBezTo>
                  <a:lnTo>
                    <a:pt x="20955" y="39243"/>
                  </a:lnTo>
                  <a:lnTo>
                    <a:pt x="28829" y="44577"/>
                  </a:lnTo>
                  <a:cubicBezTo>
                    <a:pt x="26797" y="47752"/>
                    <a:pt x="25019" y="51054"/>
                    <a:pt x="23495" y="54483"/>
                  </a:cubicBezTo>
                  <a:cubicBezTo>
                    <a:pt x="22098" y="57912"/>
                    <a:pt x="20955" y="61468"/>
                    <a:pt x="20193" y="65151"/>
                  </a:cubicBezTo>
                  <a:cubicBezTo>
                    <a:pt x="19431" y="68834"/>
                    <a:pt x="19050" y="72517"/>
                    <a:pt x="19050" y="76327"/>
                  </a:cubicBezTo>
                  <a:lnTo>
                    <a:pt x="19050" y="962025"/>
                  </a:ln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63500" y="63500"/>
              <a:ext cx="76200" cy="1038225"/>
            </a:xfrm>
            <a:custGeom>
              <a:avLst/>
              <a:gdLst/>
              <a:ahLst/>
              <a:cxnLst/>
              <a:rect l="l" t="t" r="r" b="b"/>
              <a:pathLst>
                <a:path w="76200" h="1038225">
                  <a:moveTo>
                    <a:pt x="0" y="10167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76200" y="0"/>
                  </a:lnTo>
                  <a:lnTo>
                    <a:pt x="76200" y="1038225"/>
                  </a:lnTo>
                  <a:lnTo>
                    <a:pt x="21463" y="1038225"/>
                  </a:lnTo>
                  <a:cubicBezTo>
                    <a:pt x="18669" y="1038225"/>
                    <a:pt x="15875" y="1037717"/>
                    <a:pt x="13208" y="1036574"/>
                  </a:cubicBezTo>
                  <a:cubicBezTo>
                    <a:pt x="10541" y="1035431"/>
                    <a:pt x="8255" y="1033907"/>
                    <a:pt x="6223" y="1031875"/>
                  </a:cubicBezTo>
                  <a:cubicBezTo>
                    <a:pt x="4191" y="1029843"/>
                    <a:pt x="2667" y="1027557"/>
                    <a:pt x="1524" y="1024890"/>
                  </a:cubicBezTo>
                  <a:cubicBezTo>
                    <a:pt x="381" y="1022223"/>
                    <a:pt x="0" y="1019683"/>
                    <a:pt x="0" y="1016762"/>
                  </a:cubicBezTo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6572" y="5401027"/>
            <a:ext cx="6070597" cy="1165222"/>
            <a:chOff x="0" y="0"/>
            <a:chExt cx="6070600" cy="1165225"/>
          </a:xfrm>
        </p:grpSpPr>
        <p:sp>
          <p:nvSpPr>
            <p:cNvPr id="13" name="Freeform 13"/>
            <p:cNvSpPr/>
            <p:nvPr/>
          </p:nvSpPr>
          <p:spPr>
            <a:xfrm>
              <a:off x="73025" y="73152"/>
              <a:ext cx="5924423" cy="1019048"/>
            </a:xfrm>
            <a:custGeom>
              <a:avLst/>
              <a:gdLst/>
              <a:ahLst/>
              <a:cxnLst/>
              <a:rect l="l" t="t" r="r" b="b"/>
              <a:pathLst>
                <a:path w="5924423" h="1019048">
                  <a:moveTo>
                    <a:pt x="0" y="952373"/>
                  </a:moveTo>
                  <a:lnTo>
                    <a:pt x="0" y="66548"/>
                  </a:lnTo>
                  <a:cubicBezTo>
                    <a:pt x="0" y="62103"/>
                    <a:pt x="381" y="57785"/>
                    <a:pt x="1270" y="53594"/>
                  </a:cubicBezTo>
                  <a:cubicBezTo>
                    <a:pt x="2159" y="49403"/>
                    <a:pt x="3429" y="45085"/>
                    <a:pt x="5080" y="41021"/>
                  </a:cubicBezTo>
                  <a:cubicBezTo>
                    <a:pt x="6731" y="36957"/>
                    <a:pt x="8763" y="33147"/>
                    <a:pt x="11303" y="29464"/>
                  </a:cubicBezTo>
                  <a:cubicBezTo>
                    <a:pt x="13843" y="25781"/>
                    <a:pt x="16510" y="22479"/>
                    <a:pt x="19558" y="19431"/>
                  </a:cubicBezTo>
                  <a:cubicBezTo>
                    <a:pt x="22606" y="16383"/>
                    <a:pt x="26035" y="13589"/>
                    <a:pt x="29718" y="11176"/>
                  </a:cubicBezTo>
                  <a:cubicBezTo>
                    <a:pt x="33401" y="8763"/>
                    <a:pt x="37211" y="6731"/>
                    <a:pt x="41275" y="5080"/>
                  </a:cubicBezTo>
                  <a:cubicBezTo>
                    <a:pt x="45339" y="3429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5912612" y="0"/>
                  </a:lnTo>
                  <a:cubicBezTo>
                    <a:pt x="5915914" y="0"/>
                    <a:pt x="5918708" y="1143"/>
                    <a:pt x="5920994" y="3429"/>
                  </a:cubicBezTo>
                  <a:cubicBezTo>
                    <a:pt x="5923280" y="5715"/>
                    <a:pt x="5924423" y="8509"/>
                    <a:pt x="5924423" y="11811"/>
                  </a:cubicBezTo>
                  <a:lnTo>
                    <a:pt x="5924423" y="1007110"/>
                  </a:lnTo>
                  <a:cubicBezTo>
                    <a:pt x="5924423" y="1010412"/>
                    <a:pt x="5923280" y="1013206"/>
                    <a:pt x="5920994" y="1015492"/>
                  </a:cubicBezTo>
                  <a:cubicBezTo>
                    <a:pt x="5918708" y="1017778"/>
                    <a:pt x="5915914" y="1019048"/>
                    <a:pt x="5912612" y="1019048"/>
                  </a:cubicBezTo>
                  <a:lnTo>
                    <a:pt x="66675" y="1019048"/>
                  </a:lnTo>
                  <a:cubicBezTo>
                    <a:pt x="62357" y="1019048"/>
                    <a:pt x="57912" y="1018667"/>
                    <a:pt x="53721" y="1017778"/>
                  </a:cubicBezTo>
                  <a:cubicBezTo>
                    <a:pt x="49530" y="1016889"/>
                    <a:pt x="45212" y="1015619"/>
                    <a:pt x="41275" y="1013968"/>
                  </a:cubicBezTo>
                  <a:cubicBezTo>
                    <a:pt x="37338" y="1012317"/>
                    <a:pt x="33401" y="1010285"/>
                    <a:pt x="29718" y="1007745"/>
                  </a:cubicBezTo>
                  <a:cubicBezTo>
                    <a:pt x="26035" y="1005205"/>
                    <a:pt x="22733" y="1002538"/>
                    <a:pt x="19558" y="999490"/>
                  </a:cubicBezTo>
                  <a:cubicBezTo>
                    <a:pt x="16383" y="996442"/>
                    <a:pt x="13716" y="993013"/>
                    <a:pt x="11303" y="989330"/>
                  </a:cubicBezTo>
                  <a:cubicBezTo>
                    <a:pt x="8890" y="985647"/>
                    <a:pt x="6858" y="981837"/>
                    <a:pt x="5080" y="977773"/>
                  </a:cubicBezTo>
                  <a:cubicBezTo>
                    <a:pt x="3302" y="973709"/>
                    <a:pt x="2159" y="969518"/>
                    <a:pt x="1270" y="965327"/>
                  </a:cubicBezTo>
                  <a:cubicBezTo>
                    <a:pt x="381" y="961136"/>
                    <a:pt x="0" y="956691"/>
                    <a:pt x="0" y="952373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373" y="63500"/>
              <a:ext cx="5943727" cy="1038225"/>
            </a:xfrm>
            <a:custGeom>
              <a:avLst/>
              <a:gdLst/>
              <a:ahLst/>
              <a:cxnLst/>
              <a:rect l="l" t="t" r="r" b="b"/>
              <a:pathLst>
                <a:path w="5943727" h="1038225">
                  <a:moveTo>
                    <a:pt x="127" y="962025"/>
                  </a:moveTo>
                  <a:lnTo>
                    <a:pt x="127" y="76200"/>
                  </a:lnTo>
                  <a:lnTo>
                    <a:pt x="9652" y="76200"/>
                  </a:lnTo>
                  <a:lnTo>
                    <a:pt x="127" y="76200"/>
                  </a:lnTo>
                  <a:cubicBezTo>
                    <a:pt x="127" y="71247"/>
                    <a:pt x="635" y="66294"/>
                    <a:pt x="1651" y="61341"/>
                  </a:cubicBezTo>
                  <a:lnTo>
                    <a:pt x="11049" y="63246"/>
                  </a:lnTo>
                  <a:lnTo>
                    <a:pt x="1651" y="61341"/>
                  </a:lnTo>
                  <a:cubicBezTo>
                    <a:pt x="2667" y="56388"/>
                    <a:pt x="4064" y="51689"/>
                    <a:pt x="5969" y="46990"/>
                  </a:cubicBezTo>
                  <a:lnTo>
                    <a:pt x="14732" y="50673"/>
                  </a:lnTo>
                  <a:lnTo>
                    <a:pt x="5969" y="46990"/>
                  </a:lnTo>
                  <a:cubicBezTo>
                    <a:pt x="7874" y="42418"/>
                    <a:pt x="10287" y="37973"/>
                    <a:pt x="12954" y="33782"/>
                  </a:cubicBezTo>
                  <a:cubicBezTo>
                    <a:pt x="15748" y="29591"/>
                    <a:pt x="18923" y="25781"/>
                    <a:pt x="22479" y="22225"/>
                  </a:cubicBezTo>
                  <a:lnTo>
                    <a:pt x="29210" y="28956"/>
                  </a:lnTo>
                  <a:lnTo>
                    <a:pt x="22479" y="22225"/>
                  </a:lnTo>
                  <a:cubicBezTo>
                    <a:pt x="26035" y="18669"/>
                    <a:pt x="29845" y="15494"/>
                    <a:pt x="34036" y="12700"/>
                  </a:cubicBezTo>
                  <a:lnTo>
                    <a:pt x="39370" y="20574"/>
                  </a:lnTo>
                  <a:lnTo>
                    <a:pt x="34036" y="12700"/>
                  </a:lnTo>
                  <a:cubicBezTo>
                    <a:pt x="38227" y="9906"/>
                    <a:pt x="42545" y="7493"/>
                    <a:pt x="47244" y="5588"/>
                  </a:cubicBezTo>
                  <a:lnTo>
                    <a:pt x="50927" y="14351"/>
                  </a:lnTo>
                  <a:lnTo>
                    <a:pt x="47244" y="5588"/>
                  </a:lnTo>
                  <a:cubicBezTo>
                    <a:pt x="51816" y="3683"/>
                    <a:pt x="56642" y="2159"/>
                    <a:pt x="61595" y="1270"/>
                  </a:cubicBezTo>
                  <a:lnTo>
                    <a:pt x="63500" y="10668"/>
                  </a:lnTo>
                  <a:lnTo>
                    <a:pt x="61595" y="1270"/>
                  </a:ln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5922264" y="0"/>
                  </a:lnTo>
                  <a:lnTo>
                    <a:pt x="5922264" y="9525"/>
                  </a:lnTo>
                  <a:lnTo>
                    <a:pt x="5922264" y="0"/>
                  </a:lnTo>
                  <a:cubicBezTo>
                    <a:pt x="5928106" y="0"/>
                    <a:pt x="5933313" y="2159"/>
                    <a:pt x="5937377" y="6350"/>
                  </a:cubicBezTo>
                  <a:lnTo>
                    <a:pt x="5930646" y="13081"/>
                  </a:lnTo>
                  <a:lnTo>
                    <a:pt x="5937377" y="6350"/>
                  </a:lnTo>
                  <a:cubicBezTo>
                    <a:pt x="5941568" y="10414"/>
                    <a:pt x="5943727" y="15748"/>
                    <a:pt x="5943727" y="21463"/>
                  </a:cubicBezTo>
                  <a:lnTo>
                    <a:pt x="5934202" y="21463"/>
                  </a:lnTo>
                  <a:lnTo>
                    <a:pt x="5943727" y="21463"/>
                  </a:lnTo>
                  <a:lnTo>
                    <a:pt x="5943727" y="1016762"/>
                  </a:lnTo>
                  <a:lnTo>
                    <a:pt x="5934202" y="1016762"/>
                  </a:lnTo>
                  <a:lnTo>
                    <a:pt x="5943727" y="1016762"/>
                  </a:lnTo>
                  <a:cubicBezTo>
                    <a:pt x="5943727" y="1022604"/>
                    <a:pt x="5941568" y="1027811"/>
                    <a:pt x="5937504" y="1031875"/>
                  </a:cubicBezTo>
                  <a:cubicBezTo>
                    <a:pt x="5933440" y="1035939"/>
                    <a:pt x="5928233" y="1038098"/>
                    <a:pt x="5922391" y="1038098"/>
                  </a:cubicBezTo>
                  <a:lnTo>
                    <a:pt x="5922391" y="1028700"/>
                  </a:lnTo>
                  <a:lnTo>
                    <a:pt x="5922391" y="1038225"/>
                  </a:lnTo>
                  <a:lnTo>
                    <a:pt x="76327" y="1038225"/>
                  </a:lnTo>
                  <a:lnTo>
                    <a:pt x="76327" y="1028700"/>
                  </a:lnTo>
                  <a:lnTo>
                    <a:pt x="76327" y="1038225"/>
                  </a:lnTo>
                  <a:cubicBezTo>
                    <a:pt x="71374" y="1038225"/>
                    <a:pt x="66421" y="1037717"/>
                    <a:pt x="61468" y="1036701"/>
                  </a:cubicBezTo>
                  <a:cubicBezTo>
                    <a:pt x="56515" y="1035685"/>
                    <a:pt x="51816" y="1034288"/>
                    <a:pt x="47117" y="1032383"/>
                  </a:cubicBezTo>
                  <a:lnTo>
                    <a:pt x="50800" y="1023620"/>
                  </a:lnTo>
                  <a:lnTo>
                    <a:pt x="47117" y="1032383"/>
                  </a:lnTo>
                  <a:cubicBezTo>
                    <a:pt x="42545" y="1030478"/>
                    <a:pt x="38100" y="1028192"/>
                    <a:pt x="33909" y="1025398"/>
                  </a:cubicBezTo>
                  <a:lnTo>
                    <a:pt x="39243" y="1017524"/>
                  </a:lnTo>
                  <a:lnTo>
                    <a:pt x="33909" y="1025398"/>
                  </a:lnTo>
                  <a:cubicBezTo>
                    <a:pt x="29718" y="1022604"/>
                    <a:pt x="25908" y="1019429"/>
                    <a:pt x="22352" y="1015873"/>
                  </a:cubicBezTo>
                  <a:cubicBezTo>
                    <a:pt x="18796" y="1012317"/>
                    <a:pt x="15621" y="1008507"/>
                    <a:pt x="12827" y="1004316"/>
                  </a:cubicBezTo>
                  <a:lnTo>
                    <a:pt x="20701" y="998982"/>
                  </a:lnTo>
                  <a:lnTo>
                    <a:pt x="12827" y="1004316"/>
                  </a:lnTo>
                  <a:cubicBezTo>
                    <a:pt x="10033" y="1000125"/>
                    <a:pt x="7747" y="995807"/>
                    <a:pt x="5842" y="991108"/>
                  </a:cubicBezTo>
                  <a:cubicBezTo>
                    <a:pt x="3937" y="986536"/>
                    <a:pt x="2540" y="981710"/>
                    <a:pt x="1524" y="976757"/>
                  </a:cubicBezTo>
                  <a:cubicBezTo>
                    <a:pt x="508" y="971804"/>
                    <a:pt x="0" y="966851"/>
                    <a:pt x="0" y="961898"/>
                  </a:cubicBezTo>
                  <a:lnTo>
                    <a:pt x="9525" y="961898"/>
                  </a:lnTo>
                  <a:lnTo>
                    <a:pt x="127" y="961898"/>
                  </a:lnTo>
                  <a:moveTo>
                    <a:pt x="19177" y="961898"/>
                  </a:moveTo>
                  <a:cubicBezTo>
                    <a:pt x="19177" y="965708"/>
                    <a:pt x="19558" y="969391"/>
                    <a:pt x="20320" y="973074"/>
                  </a:cubicBezTo>
                  <a:lnTo>
                    <a:pt x="10922" y="974979"/>
                  </a:lnTo>
                  <a:lnTo>
                    <a:pt x="20320" y="973074"/>
                  </a:lnTo>
                  <a:cubicBezTo>
                    <a:pt x="21082" y="976757"/>
                    <a:pt x="22098" y="980313"/>
                    <a:pt x="23622" y="983742"/>
                  </a:cubicBezTo>
                  <a:lnTo>
                    <a:pt x="14859" y="987425"/>
                  </a:lnTo>
                  <a:lnTo>
                    <a:pt x="23622" y="983742"/>
                  </a:lnTo>
                  <a:cubicBezTo>
                    <a:pt x="25019" y="987171"/>
                    <a:pt x="26797" y="990473"/>
                    <a:pt x="28956" y="993648"/>
                  </a:cubicBezTo>
                  <a:cubicBezTo>
                    <a:pt x="30988" y="996823"/>
                    <a:pt x="33401" y="999617"/>
                    <a:pt x="36068" y="1002284"/>
                  </a:cubicBezTo>
                  <a:lnTo>
                    <a:pt x="29337" y="1009015"/>
                  </a:lnTo>
                  <a:lnTo>
                    <a:pt x="36068" y="1002284"/>
                  </a:lnTo>
                  <a:cubicBezTo>
                    <a:pt x="38735" y="1004951"/>
                    <a:pt x="41656" y="1007364"/>
                    <a:pt x="44704" y="1009396"/>
                  </a:cubicBezTo>
                  <a:cubicBezTo>
                    <a:pt x="47752" y="1011428"/>
                    <a:pt x="51054" y="1013206"/>
                    <a:pt x="54610" y="1014730"/>
                  </a:cubicBezTo>
                  <a:cubicBezTo>
                    <a:pt x="58039" y="1016127"/>
                    <a:pt x="61595" y="1017270"/>
                    <a:pt x="65278" y="1018032"/>
                  </a:cubicBezTo>
                  <a:lnTo>
                    <a:pt x="63373" y="1027430"/>
                  </a:lnTo>
                  <a:lnTo>
                    <a:pt x="65278" y="1018032"/>
                  </a:lnTo>
                  <a:cubicBezTo>
                    <a:pt x="68961" y="1018794"/>
                    <a:pt x="72644" y="1019175"/>
                    <a:pt x="76454" y="1019175"/>
                  </a:cubicBezTo>
                  <a:lnTo>
                    <a:pt x="5922264" y="1019175"/>
                  </a:lnTo>
                  <a:cubicBezTo>
                    <a:pt x="5923026" y="1019175"/>
                    <a:pt x="5923407" y="1019048"/>
                    <a:pt x="5923915" y="1018413"/>
                  </a:cubicBezTo>
                  <a:lnTo>
                    <a:pt x="5930646" y="1025144"/>
                  </a:lnTo>
                  <a:lnTo>
                    <a:pt x="5923915" y="1018413"/>
                  </a:lnTo>
                  <a:cubicBezTo>
                    <a:pt x="5924423" y="1017905"/>
                    <a:pt x="5924677" y="1017524"/>
                    <a:pt x="5924677" y="1016762"/>
                  </a:cubicBezTo>
                  <a:lnTo>
                    <a:pt x="5924677" y="21463"/>
                  </a:lnTo>
                  <a:cubicBezTo>
                    <a:pt x="5924677" y="20701"/>
                    <a:pt x="5924550" y="20320"/>
                    <a:pt x="5924042" y="19812"/>
                  </a:cubicBezTo>
                  <a:cubicBezTo>
                    <a:pt x="5923534" y="19304"/>
                    <a:pt x="5923153" y="19177"/>
                    <a:pt x="5922391" y="19177"/>
                  </a:cubicBezTo>
                  <a:lnTo>
                    <a:pt x="76327" y="19177"/>
                  </a:lnTo>
                  <a:cubicBezTo>
                    <a:pt x="72644" y="19177"/>
                    <a:pt x="68834" y="19558"/>
                    <a:pt x="65151" y="20320"/>
                  </a:cubicBezTo>
                  <a:cubicBezTo>
                    <a:pt x="61468" y="21082"/>
                    <a:pt x="57912" y="22098"/>
                    <a:pt x="54483" y="23622"/>
                  </a:cubicBezTo>
                  <a:cubicBezTo>
                    <a:pt x="51054" y="25019"/>
                    <a:pt x="47752" y="26797"/>
                    <a:pt x="44577" y="28829"/>
                  </a:cubicBezTo>
                  <a:cubicBezTo>
                    <a:pt x="41529" y="30861"/>
                    <a:pt x="38608" y="33274"/>
                    <a:pt x="35941" y="35941"/>
                  </a:cubicBezTo>
                  <a:cubicBezTo>
                    <a:pt x="33274" y="38608"/>
                    <a:pt x="30988" y="41402"/>
                    <a:pt x="28829" y="44577"/>
                  </a:cubicBezTo>
                  <a:lnTo>
                    <a:pt x="20955" y="39243"/>
                  </a:lnTo>
                  <a:lnTo>
                    <a:pt x="28829" y="44577"/>
                  </a:lnTo>
                  <a:cubicBezTo>
                    <a:pt x="26797" y="47752"/>
                    <a:pt x="25019" y="51054"/>
                    <a:pt x="23495" y="54483"/>
                  </a:cubicBezTo>
                  <a:cubicBezTo>
                    <a:pt x="22098" y="57912"/>
                    <a:pt x="20955" y="61468"/>
                    <a:pt x="20193" y="65151"/>
                  </a:cubicBezTo>
                  <a:cubicBezTo>
                    <a:pt x="19431" y="68834"/>
                    <a:pt x="19050" y="72517"/>
                    <a:pt x="19050" y="76327"/>
                  </a:cubicBezTo>
                  <a:lnTo>
                    <a:pt x="19050" y="962025"/>
                  </a:ln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3500" y="63500"/>
              <a:ext cx="76200" cy="1038225"/>
            </a:xfrm>
            <a:custGeom>
              <a:avLst/>
              <a:gdLst/>
              <a:ahLst/>
              <a:cxnLst/>
              <a:rect l="l" t="t" r="r" b="b"/>
              <a:pathLst>
                <a:path w="76200" h="1038225">
                  <a:moveTo>
                    <a:pt x="0" y="10167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76200" y="0"/>
                  </a:lnTo>
                  <a:lnTo>
                    <a:pt x="76200" y="1038225"/>
                  </a:lnTo>
                  <a:lnTo>
                    <a:pt x="21463" y="1038225"/>
                  </a:lnTo>
                  <a:cubicBezTo>
                    <a:pt x="18669" y="1038225"/>
                    <a:pt x="15875" y="1037717"/>
                    <a:pt x="13208" y="1036574"/>
                  </a:cubicBezTo>
                  <a:cubicBezTo>
                    <a:pt x="10541" y="1035431"/>
                    <a:pt x="8255" y="1033907"/>
                    <a:pt x="6223" y="1031875"/>
                  </a:cubicBezTo>
                  <a:cubicBezTo>
                    <a:pt x="4191" y="1029843"/>
                    <a:pt x="2667" y="1027557"/>
                    <a:pt x="1524" y="1024890"/>
                  </a:cubicBezTo>
                  <a:cubicBezTo>
                    <a:pt x="381" y="1022223"/>
                    <a:pt x="0" y="1019683"/>
                    <a:pt x="0" y="1016762"/>
                  </a:cubicBezTo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6572" y="6610702"/>
            <a:ext cx="6070597" cy="1441447"/>
            <a:chOff x="0" y="0"/>
            <a:chExt cx="6070600" cy="1441450"/>
          </a:xfrm>
        </p:grpSpPr>
        <p:sp>
          <p:nvSpPr>
            <p:cNvPr id="17" name="Freeform 17"/>
            <p:cNvSpPr/>
            <p:nvPr/>
          </p:nvSpPr>
          <p:spPr>
            <a:xfrm>
              <a:off x="73025" y="73152"/>
              <a:ext cx="5924423" cy="1295145"/>
            </a:xfrm>
            <a:custGeom>
              <a:avLst/>
              <a:gdLst/>
              <a:ahLst/>
              <a:cxnLst/>
              <a:rect l="l" t="t" r="r" b="b"/>
              <a:pathLst>
                <a:path w="5924423" h="1295145">
                  <a:moveTo>
                    <a:pt x="0" y="1228597"/>
                  </a:moveTo>
                  <a:lnTo>
                    <a:pt x="0" y="66548"/>
                  </a:lnTo>
                  <a:cubicBezTo>
                    <a:pt x="0" y="62103"/>
                    <a:pt x="381" y="57785"/>
                    <a:pt x="1270" y="53594"/>
                  </a:cubicBezTo>
                  <a:cubicBezTo>
                    <a:pt x="2159" y="49403"/>
                    <a:pt x="3429" y="45085"/>
                    <a:pt x="5080" y="41021"/>
                  </a:cubicBezTo>
                  <a:cubicBezTo>
                    <a:pt x="6731" y="36957"/>
                    <a:pt x="8763" y="33147"/>
                    <a:pt x="11303" y="29464"/>
                  </a:cubicBezTo>
                  <a:cubicBezTo>
                    <a:pt x="13843" y="25781"/>
                    <a:pt x="16510" y="22479"/>
                    <a:pt x="19558" y="19431"/>
                  </a:cubicBezTo>
                  <a:cubicBezTo>
                    <a:pt x="22606" y="16383"/>
                    <a:pt x="26035" y="13589"/>
                    <a:pt x="29718" y="11176"/>
                  </a:cubicBezTo>
                  <a:cubicBezTo>
                    <a:pt x="33401" y="8763"/>
                    <a:pt x="37211" y="6731"/>
                    <a:pt x="41275" y="5080"/>
                  </a:cubicBezTo>
                  <a:cubicBezTo>
                    <a:pt x="45339" y="3429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5912612" y="0"/>
                  </a:lnTo>
                  <a:cubicBezTo>
                    <a:pt x="5915914" y="0"/>
                    <a:pt x="5918708" y="1143"/>
                    <a:pt x="5920994" y="3429"/>
                  </a:cubicBezTo>
                  <a:cubicBezTo>
                    <a:pt x="5923280" y="5715"/>
                    <a:pt x="5924423" y="8509"/>
                    <a:pt x="5924423" y="11811"/>
                  </a:cubicBezTo>
                  <a:lnTo>
                    <a:pt x="5924423" y="1283334"/>
                  </a:lnTo>
                  <a:cubicBezTo>
                    <a:pt x="5924423" y="1286636"/>
                    <a:pt x="5923280" y="1289430"/>
                    <a:pt x="5920994" y="1291716"/>
                  </a:cubicBezTo>
                  <a:cubicBezTo>
                    <a:pt x="5918708" y="1294002"/>
                    <a:pt x="5915914" y="1295145"/>
                    <a:pt x="5912612" y="1295145"/>
                  </a:cubicBezTo>
                  <a:lnTo>
                    <a:pt x="66675" y="1295145"/>
                  </a:lnTo>
                  <a:cubicBezTo>
                    <a:pt x="62357" y="1295145"/>
                    <a:pt x="57912" y="1294764"/>
                    <a:pt x="53721" y="1293875"/>
                  </a:cubicBezTo>
                  <a:cubicBezTo>
                    <a:pt x="49530" y="1292986"/>
                    <a:pt x="45212" y="1291716"/>
                    <a:pt x="41275" y="1290065"/>
                  </a:cubicBezTo>
                  <a:cubicBezTo>
                    <a:pt x="37338" y="1288414"/>
                    <a:pt x="33401" y="1286382"/>
                    <a:pt x="29718" y="1283842"/>
                  </a:cubicBezTo>
                  <a:cubicBezTo>
                    <a:pt x="26035" y="1281302"/>
                    <a:pt x="22733" y="1278635"/>
                    <a:pt x="19558" y="1275587"/>
                  </a:cubicBezTo>
                  <a:cubicBezTo>
                    <a:pt x="16383" y="1272539"/>
                    <a:pt x="13716" y="1269110"/>
                    <a:pt x="11303" y="1265427"/>
                  </a:cubicBezTo>
                  <a:cubicBezTo>
                    <a:pt x="8890" y="1261744"/>
                    <a:pt x="6858" y="1257934"/>
                    <a:pt x="5080" y="1253870"/>
                  </a:cubicBezTo>
                  <a:cubicBezTo>
                    <a:pt x="3302" y="1249806"/>
                    <a:pt x="2159" y="1245615"/>
                    <a:pt x="1270" y="1241424"/>
                  </a:cubicBezTo>
                  <a:cubicBezTo>
                    <a:pt x="381" y="1237233"/>
                    <a:pt x="0" y="1232788"/>
                    <a:pt x="0" y="122847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63373" y="63500"/>
              <a:ext cx="5943727" cy="1314322"/>
            </a:xfrm>
            <a:custGeom>
              <a:avLst/>
              <a:gdLst/>
              <a:ahLst/>
              <a:cxnLst/>
              <a:rect l="l" t="t" r="r" b="b"/>
              <a:pathLst>
                <a:path w="5943727" h="1314322">
                  <a:moveTo>
                    <a:pt x="127" y="1238249"/>
                  </a:moveTo>
                  <a:lnTo>
                    <a:pt x="127" y="76200"/>
                  </a:lnTo>
                  <a:lnTo>
                    <a:pt x="9652" y="76200"/>
                  </a:lnTo>
                  <a:lnTo>
                    <a:pt x="127" y="76200"/>
                  </a:lnTo>
                  <a:cubicBezTo>
                    <a:pt x="127" y="71247"/>
                    <a:pt x="635" y="66294"/>
                    <a:pt x="1651" y="61341"/>
                  </a:cubicBezTo>
                  <a:lnTo>
                    <a:pt x="11049" y="63246"/>
                  </a:lnTo>
                  <a:lnTo>
                    <a:pt x="1651" y="61341"/>
                  </a:lnTo>
                  <a:cubicBezTo>
                    <a:pt x="2667" y="56388"/>
                    <a:pt x="4064" y="51689"/>
                    <a:pt x="5969" y="46990"/>
                  </a:cubicBezTo>
                  <a:lnTo>
                    <a:pt x="14732" y="50673"/>
                  </a:lnTo>
                  <a:lnTo>
                    <a:pt x="5969" y="46990"/>
                  </a:lnTo>
                  <a:cubicBezTo>
                    <a:pt x="7874" y="42418"/>
                    <a:pt x="10287" y="37973"/>
                    <a:pt x="12954" y="33782"/>
                  </a:cubicBezTo>
                  <a:cubicBezTo>
                    <a:pt x="15748" y="29591"/>
                    <a:pt x="18923" y="25781"/>
                    <a:pt x="22479" y="22225"/>
                  </a:cubicBezTo>
                  <a:lnTo>
                    <a:pt x="29210" y="28956"/>
                  </a:lnTo>
                  <a:lnTo>
                    <a:pt x="22479" y="22225"/>
                  </a:lnTo>
                  <a:cubicBezTo>
                    <a:pt x="26035" y="18669"/>
                    <a:pt x="29845" y="15494"/>
                    <a:pt x="34036" y="12700"/>
                  </a:cubicBezTo>
                  <a:cubicBezTo>
                    <a:pt x="38227" y="9906"/>
                    <a:pt x="42545" y="7620"/>
                    <a:pt x="47244" y="5715"/>
                  </a:cubicBezTo>
                  <a:lnTo>
                    <a:pt x="50927" y="14478"/>
                  </a:lnTo>
                  <a:lnTo>
                    <a:pt x="47244" y="5715"/>
                  </a:lnTo>
                  <a:cubicBezTo>
                    <a:pt x="51816" y="3810"/>
                    <a:pt x="56642" y="2286"/>
                    <a:pt x="61595" y="1397"/>
                  </a:cubicBezTo>
                  <a:lnTo>
                    <a:pt x="63500" y="10795"/>
                  </a:lnTo>
                  <a:lnTo>
                    <a:pt x="61595" y="1397"/>
                  </a:ln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5922264" y="0"/>
                  </a:lnTo>
                  <a:lnTo>
                    <a:pt x="5922264" y="9525"/>
                  </a:lnTo>
                  <a:lnTo>
                    <a:pt x="5922264" y="0"/>
                  </a:lnTo>
                  <a:cubicBezTo>
                    <a:pt x="5928106" y="0"/>
                    <a:pt x="5933313" y="2159"/>
                    <a:pt x="5937377" y="6350"/>
                  </a:cubicBezTo>
                  <a:lnTo>
                    <a:pt x="5930646" y="13081"/>
                  </a:lnTo>
                  <a:lnTo>
                    <a:pt x="5937377" y="6350"/>
                  </a:lnTo>
                  <a:cubicBezTo>
                    <a:pt x="5941568" y="10414"/>
                    <a:pt x="5943727" y="15748"/>
                    <a:pt x="5943727" y="21463"/>
                  </a:cubicBezTo>
                  <a:lnTo>
                    <a:pt x="5934202" y="21463"/>
                  </a:lnTo>
                  <a:lnTo>
                    <a:pt x="5943727" y="21463"/>
                  </a:lnTo>
                  <a:lnTo>
                    <a:pt x="5943727" y="1292986"/>
                  </a:lnTo>
                  <a:lnTo>
                    <a:pt x="5934202" y="1292986"/>
                  </a:lnTo>
                  <a:lnTo>
                    <a:pt x="5943727" y="1292986"/>
                  </a:lnTo>
                  <a:cubicBezTo>
                    <a:pt x="5943727" y="1298828"/>
                    <a:pt x="5941568" y="1304035"/>
                    <a:pt x="5937504" y="1308099"/>
                  </a:cubicBezTo>
                  <a:cubicBezTo>
                    <a:pt x="5933440" y="1312163"/>
                    <a:pt x="5928233" y="1314322"/>
                    <a:pt x="5922391" y="1314322"/>
                  </a:cubicBezTo>
                  <a:lnTo>
                    <a:pt x="76327" y="1314322"/>
                  </a:lnTo>
                  <a:cubicBezTo>
                    <a:pt x="71374" y="1314322"/>
                    <a:pt x="66421" y="1313814"/>
                    <a:pt x="61468" y="1312798"/>
                  </a:cubicBezTo>
                  <a:lnTo>
                    <a:pt x="63373" y="1303400"/>
                  </a:lnTo>
                  <a:lnTo>
                    <a:pt x="61468" y="1312798"/>
                  </a:lnTo>
                  <a:cubicBezTo>
                    <a:pt x="56515" y="1311782"/>
                    <a:pt x="51816" y="1310385"/>
                    <a:pt x="47117" y="1308480"/>
                  </a:cubicBezTo>
                  <a:lnTo>
                    <a:pt x="50800" y="1299717"/>
                  </a:lnTo>
                  <a:lnTo>
                    <a:pt x="47117" y="1308480"/>
                  </a:lnTo>
                  <a:cubicBezTo>
                    <a:pt x="42545" y="1306575"/>
                    <a:pt x="38100" y="1304162"/>
                    <a:pt x="33909" y="1301495"/>
                  </a:cubicBezTo>
                  <a:lnTo>
                    <a:pt x="39243" y="1293621"/>
                  </a:lnTo>
                  <a:lnTo>
                    <a:pt x="33909" y="1301495"/>
                  </a:lnTo>
                  <a:cubicBezTo>
                    <a:pt x="29718" y="1298701"/>
                    <a:pt x="25908" y="1295526"/>
                    <a:pt x="22352" y="1291970"/>
                  </a:cubicBezTo>
                  <a:cubicBezTo>
                    <a:pt x="18796" y="1288414"/>
                    <a:pt x="15621" y="1284604"/>
                    <a:pt x="12827" y="1280413"/>
                  </a:cubicBezTo>
                  <a:lnTo>
                    <a:pt x="20701" y="1275079"/>
                  </a:lnTo>
                  <a:lnTo>
                    <a:pt x="12827" y="1280413"/>
                  </a:lnTo>
                  <a:cubicBezTo>
                    <a:pt x="10033" y="1276222"/>
                    <a:pt x="7747" y="1271904"/>
                    <a:pt x="5842" y="1267205"/>
                  </a:cubicBezTo>
                  <a:cubicBezTo>
                    <a:pt x="3937" y="1262633"/>
                    <a:pt x="2540" y="1257807"/>
                    <a:pt x="1524" y="1252854"/>
                  </a:cubicBezTo>
                  <a:cubicBezTo>
                    <a:pt x="508" y="1247901"/>
                    <a:pt x="0" y="1242948"/>
                    <a:pt x="0" y="1237995"/>
                  </a:cubicBezTo>
                  <a:lnTo>
                    <a:pt x="9525" y="1237995"/>
                  </a:lnTo>
                  <a:lnTo>
                    <a:pt x="127" y="1237995"/>
                  </a:lnTo>
                  <a:moveTo>
                    <a:pt x="19177" y="1237995"/>
                  </a:moveTo>
                  <a:cubicBezTo>
                    <a:pt x="19177" y="1241805"/>
                    <a:pt x="19558" y="1245488"/>
                    <a:pt x="20320" y="1249171"/>
                  </a:cubicBezTo>
                  <a:lnTo>
                    <a:pt x="10922" y="1251076"/>
                  </a:lnTo>
                  <a:lnTo>
                    <a:pt x="20320" y="1249171"/>
                  </a:lnTo>
                  <a:cubicBezTo>
                    <a:pt x="21082" y="1252854"/>
                    <a:pt x="22098" y="1256410"/>
                    <a:pt x="23622" y="1259839"/>
                  </a:cubicBezTo>
                  <a:lnTo>
                    <a:pt x="14859" y="1263522"/>
                  </a:lnTo>
                  <a:lnTo>
                    <a:pt x="23622" y="1259839"/>
                  </a:lnTo>
                  <a:cubicBezTo>
                    <a:pt x="25019" y="1263268"/>
                    <a:pt x="26797" y="1266570"/>
                    <a:pt x="28956" y="1269745"/>
                  </a:cubicBezTo>
                  <a:cubicBezTo>
                    <a:pt x="30988" y="1272920"/>
                    <a:pt x="33401" y="1275714"/>
                    <a:pt x="36068" y="1278381"/>
                  </a:cubicBezTo>
                  <a:lnTo>
                    <a:pt x="29337" y="1285112"/>
                  </a:lnTo>
                  <a:lnTo>
                    <a:pt x="36068" y="1278381"/>
                  </a:lnTo>
                  <a:cubicBezTo>
                    <a:pt x="38735" y="1281048"/>
                    <a:pt x="41656" y="1283461"/>
                    <a:pt x="44704" y="1285493"/>
                  </a:cubicBezTo>
                  <a:cubicBezTo>
                    <a:pt x="47879" y="1287525"/>
                    <a:pt x="51054" y="1289303"/>
                    <a:pt x="54610" y="1290827"/>
                  </a:cubicBezTo>
                  <a:cubicBezTo>
                    <a:pt x="58039" y="1292224"/>
                    <a:pt x="61595" y="1293367"/>
                    <a:pt x="65278" y="1294129"/>
                  </a:cubicBezTo>
                  <a:cubicBezTo>
                    <a:pt x="68961" y="1294891"/>
                    <a:pt x="72644" y="1295272"/>
                    <a:pt x="76454" y="1295272"/>
                  </a:cubicBezTo>
                  <a:lnTo>
                    <a:pt x="76454" y="1304797"/>
                  </a:lnTo>
                  <a:lnTo>
                    <a:pt x="76454" y="1295399"/>
                  </a:lnTo>
                  <a:lnTo>
                    <a:pt x="5922264" y="1295399"/>
                  </a:lnTo>
                  <a:lnTo>
                    <a:pt x="5922264" y="1304924"/>
                  </a:lnTo>
                  <a:lnTo>
                    <a:pt x="5922264" y="1295399"/>
                  </a:lnTo>
                  <a:cubicBezTo>
                    <a:pt x="5923026" y="1295399"/>
                    <a:pt x="5923407" y="1295272"/>
                    <a:pt x="5923915" y="1294637"/>
                  </a:cubicBezTo>
                  <a:lnTo>
                    <a:pt x="5930646" y="1301368"/>
                  </a:lnTo>
                  <a:lnTo>
                    <a:pt x="5923915" y="1294637"/>
                  </a:lnTo>
                  <a:cubicBezTo>
                    <a:pt x="5924423" y="1294129"/>
                    <a:pt x="5924677" y="1293748"/>
                    <a:pt x="5924677" y="1292986"/>
                  </a:cubicBezTo>
                  <a:lnTo>
                    <a:pt x="5924677" y="21463"/>
                  </a:lnTo>
                  <a:cubicBezTo>
                    <a:pt x="5924677" y="20701"/>
                    <a:pt x="5924550" y="20320"/>
                    <a:pt x="5924042" y="19812"/>
                  </a:cubicBezTo>
                  <a:cubicBezTo>
                    <a:pt x="5923534" y="19304"/>
                    <a:pt x="5923153" y="19177"/>
                    <a:pt x="5922391" y="19177"/>
                  </a:cubicBezTo>
                  <a:lnTo>
                    <a:pt x="76327" y="19177"/>
                  </a:lnTo>
                  <a:cubicBezTo>
                    <a:pt x="72644" y="19177"/>
                    <a:pt x="68834" y="19558"/>
                    <a:pt x="65151" y="20320"/>
                  </a:cubicBezTo>
                  <a:cubicBezTo>
                    <a:pt x="61468" y="21082"/>
                    <a:pt x="57912" y="22098"/>
                    <a:pt x="54483" y="23622"/>
                  </a:cubicBezTo>
                  <a:cubicBezTo>
                    <a:pt x="51054" y="25019"/>
                    <a:pt x="47752" y="26797"/>
                    <a:pt x="44577" y="28829"/>
                  </a:cubicBezTo>
                  <a:lnTo>
                    <a:pt x="39243" y="20955"/>
                  </a:lnTo>
                  <a:lnTo>
                    <a:pt x="44577" y="28829"/>
                  </a:lnTo>
                  <a:cubicBezTo>
                    <a:pt x="41402" y="30861"/>
                    <a:pt x="38608" y="33274"/>
                    <a:pt x="35941" y="35941"/>
                  </a:cubicBezTo>
                  <a:cubicBezTo>
                    <a:pt x="33274" y="38608"/>
                    <a:pt x="30988" y="41402"/>
                    <a:pt x="28829" y="44577"/>
                  </a:cubicBezTo>
                  <a:lnTo>
                    <a:pt x="20955" y="39243"/>
                  </a:lnTo>
                  <a:lnTo>
                    <a:pt x="28829" y="44577"/>
                  </a:lnTo>
                  <a:cubicBezTo>
                    <a:pt x="26797" y="47752"/>
                    <a:pt x="25019" y="51054"/>
                    <a:pt x="23495" y="54483"/>
                  </a:cubicBezTo>
                  <a:cubicBezTo>
                    <a:pt x="22098" y="57912"/>
                    <a:pt x="20955" y="61468"/>
                    <a:pt x="20193" y="65151"/>
                  </a:cubicBezTo>
                  <a:cubicBezTo>
                    <a:pt x="19431" y="68834"/>
                    <a:pt x="19050" y="72517"/>
                    <a:pt x="19050" y="76327"/>
                  </a:cubicBezTo>
                  <a:lnTo>
                    <a:pt x="19050" y="1238376"/>
                  </a:ln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373" y="63500"/>
              <a:ext cx="76327" cy="1314449"/>
            </a:xfrm>
            <a:custGeom>
              <a:avLst/>
              <a:gdLst/>
              <a:ahLst/>
              <a:cxnLst/>
              <a:rect l="l" t="t" r="r" b="b"/>
              <a:pathLst>
                <a:path w="76327" h="1314449">
                  <a:moveTo>
                    <a:pt x="127" y="1292986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524"/>
                  </a:cubicBezTo>
                  <a:cubicBezTo>
                    <a:pt x="16129" y="381"/>
                    <a:pt x="18669" y="0"/>
                    <a:pt x="21590" y="0"/>
                  </a:cubicBezTo>
                  <a:lnTo>
                    <a:pt x="76327" y="0"/>
                  </a:lnTo>
                  <a:lnTo>
                    <a:pt x="76327" y="1314449"/>
                  </a:lnTo>
                  <a:lnTo>
                    <a:pt x="21590" y="1314449"/>
                  </a:lnTo>
                  <a:cubicBezTo>
                    <a:pt x="18796" y="1314449"/>
                    <a:pt x="16002" y="1313941"/>
                    <a:pt x="13335" y="1312798"/>
                  </a:cubicBezTo>
                  <a:cubicBezTo>
                    <a:pt x="10668" y="1311655"/>
                    <a:pt x="8382" y="1310131"/>
                    <a:pt x="6350" y="1308099"/>
                  </a:cubicBezTo>
                  <a:cubicBezTo>
                    <a:pt x="4318" y="1306067"/>
                    <a:pt x="2794" y="1303781"/>
                    <a:pt x="1651" y="1301114"/>
                  </a:cubicBezTo>
                  <a:cubicBezTo>
                    <a:pt x="508" y="1298447"/>
                    <a:pt x="0" y="1295780"/>
                    <a:pt x="0" y="1292859"/>
                  </a:cubicBezTo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00075" y="1639872"/>
            <a:ext cx="5632685" cy="1135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6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Why Extracting Knowledge Matters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09176" y="3199819"/>
            <a:ext cx="55759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6775" y="4409494"/>
            <a:ext cx="2630300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Critical Links Are Implicit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58188" y="4825708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6775" y="5619169"/>
            <a:ext cx="2656465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Retrieval ≠ Understanding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41647" y="6035383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6775" y="3199819"/>
            <a:ext cx="3263389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Answers</a:t>
            </a:r>
            <a:r>
              <a:rPr lang="en-US" sz="1771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Are</a:t>
            </a:r>
            <a:r>
              <a:rPr lang="en-US" sz="1771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Split</a:t>
            </a:r>
            <a:r>
              <a:rPr lang="en-US" sz="1771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Across</a:t>
            </a:r>
            <a:r>
              <a:rPr lang="en-US" sz="1771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Papers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6917" y="3616033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6775" y="6828844"/>
            <a:ext cx="3842795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Biomedical AI Needs Connected Facts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0696" y="7254583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66775" y="3616033"/>
            <a:ext cx="4191848" cy="232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No single publication contains the complete picture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6775" y="4825708"/>
            <a:ext cx="4625369" cy="232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Important relationships may never be stated in one place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6775" y="7254583"/>
            <a:ext cx="5166150" cy="232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Not just similar passages—but linked, typed, evidence-backed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6775" y="7521283"/>
            <a:ext cx="519741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claims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66775" y="6035383"/>
            <a:ext cx="5106476" cy="232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Access to documents is not the same as structured knowledge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4539" y="2528230"/>
            <a:ext cx="8902398" cy="4763062"/>
            <a:chOff x="0" y="0"/>
            <a:chExt cx="8902408" cy="4763072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8775451" cy="4636014"/>
            </a:xfrm>
            <a:custGeom>
              <a:avLst/>
              <a:gdLst/>
              <a:ahLst/>
              <a:cxnLst/>
              <a:rect l="l" t="t" r="r" b="b"/>
              <a:pathLst>
                <a:path w="8775451" h="4636014">
                  <a:moveTo>
                    <a:pt x="8775451" y="4636014"/>
                  </a:moveTo>
                  <a:lnTo>
                    <a:pt x="0" y="2312927"/>
                  </a:lnTo>
                  <a:lnTo>
                    <a:pt x="8775451" y="0"/>
                  </a:lnTo>
                  <a:lnTo>
                    <a:pt x="8775451" y="4636014"/>
                  </a:lnTo>
                  <a:close/>
                  <a:moveTo>
                    <a:pt x="160147" y="2312927"/>
                  </a:moveTo>
                  <a:lnTo>
                    <a:pt x="8734430" y="4582928"/>
                  </a:lnTo>
                  <a:lnTo>
                    <a:pt x="8734430" y="53086"/>
                  </a:lnTo>
                  <a:lnTo>
                    <a:pt x="160147" y="2312927"/>
                  </a:ln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4" name="Freeform 4"/>
            <p:cNvSpPr/>
            <p:nvPr/>
          </p:nvSpPr>
          <p:spPr>
            <a:xfrm>
              <a:off x="6168902" y="785623"/>
              <a:ext cx="40894" cy="3191768"/>
            </a:xfrm>
            <a:custGeom>
              <a:avLst/>
              <a:gdLst/>
              <a:ahLst/>
              <a:cxnLst/>
              <a:rect l="l" t="t" r="r" b="b"/>
              <a:pathLst>
                <a:path w="40894" h="3191768">
                  <a:moveTo>
                    <a:pt x="0" y="0"/>
                  </a:moveTo>
                  <a:lnTo>
                    <a:pt x="40894" y="0"/>
                  </a:lnTo>
                  <a:lnTo>
                    <a:pt x="40894" y="3191768"/>
                  </a:lnTo>
                  <a:lnTo>
                    <a:pt x="0" y="3191768"/>
                  </a:ln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5" name="Freeform 5"/>
            <p:cNvSpPr/>
            <p:nvPr/>
          </p:nvSpPr>
          <p:spPr>
            <a:xfrm>
              <a:off x="3550160" y="1481330"/>
              <a:ext cx="40894" cy="1800354"/>
            </a:xfrm>
            <a:custGeom>
              <a:avLst/>
              <a:gdLst/>
              <a:ahLst/>
              <a:cxnLst/>
              <a:rect l="l" t="t" r="r" b="b"/>
              <a:pathLst>
                <a:path w="40894" h="1800354">
                  <a:moveTo>
                    <a:pt x="0" y="0"/>
                  </a:moveTo>
                  <a:lnTo>
                    <a:pt x="40894" y="0"/>
                  </a:lnTo>
                  <a:lnTo>
                    <a:pt x="40894" y="1800354"/>
                  </a:lnTo>
                  <a:lnTo>
                    <a:pt x="0" y="1800354"/>
                  </a:ln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00075" y="1439542"/>
            <a:ext cx="7181955" cy="620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The Knowledge Extraction Pipeline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53871" y="4547368"/>
            <a:ext cx="1200988" cy="33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Document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02782" y="4854264"/>
            <a:ext cx="1041378" cy="33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Ingestion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05076" y="4526909"/>
            <a:ext cx="1568634" cy="33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Named Entity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97144" y="4833804"/>
            <a:ext cx="1320984" cy="33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Recognition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66996" y="4670127"/>
            <a:ext cx="1603781" cy="33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Text Chunking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0075" y="7568603"/>
            <a:ext cx="10219858" cy="524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This pipeline transforms free-text scientific literature into </a:t>
            </a:r>
            <a:r>
              <a:rPr lang="en-US" sz="1350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structured, traceable, machine-readable knowledge</a:t>
            </a: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— ready for graph storage and multi-hop reasoning.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0075" y="4292651"/>
            <a:ext cx="2371725" cy="1076325"/>
            <a:chOff x="0" y="0"/>
            <a:chExt cx="2371725" cy="10763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852" cy="1076452"/>
            </a:xfrm>
            <a:custGeom>
              <a:avLst/>
              <a:gdLst/>
              <a:ahLst/>
              <a:cxnLst/>
              <a:rect l="l" t="t" r="r" b="b"/>
              <a:pathLst>
                <a:path w="2371852" h="1076452">
                  <a:moveTo>
                    <a:pt x="0" y="10548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2350262" y="0"/>
                  </a:lnTo>
                  <a:cubicBezTo>
                    <a:pt x="2353056" y="0"/>
                    <a:pt x="2355850" y="508"/>
                    <a:pt x="2358517" y="1651"/>
                  </a:cubicBezTo>
                  <a:cubicBezTo>
                    <a:pt x="2361184" y="2794"/>
                    <a:pt x="2363470" y="4318"/>
                    <a:pt x="2365502" y="6350"/>
                  </a:cubicBezTo>
                  <a:cubicBezTo>
                    <a:pt x="2367534" y="8382"/>
                    <a:pt x="2369058" y="10668"/>
                    <a:pt x="2370201" y="13335"/>
                  </a:cubicBezTo>
                  <a:cubicBezTo>
                    <a:pt x="2371344" y="16002"/>
                    <a:pt x="2371852" y="18669"/>
                    <a:pt x="2371852" y="21590"/>
                  </a:cubicBezTo>
                  <a:lnTo>
                    <a:pt x="2371852" y="1054862"/>
                  </a:lnTo>
                  <a:cubicBezTo>
                    <a:pt x="2371852" y="1057656"/>
                    <a:pt x="2371344" y="1060450"/>
                    <a:pt x="2370201" y="1063117"/>
                  </a:cubicBezTo>
                  <a:cubicBezTo>
                    <a:pt x="2369058" y="1065784"/>
                    <a:pt x="2367534" y="1068070"/>
                    <a:pt x="2365502" y="1070102"/>
                  </a:cubicBezTo>
                  <a:cubicBezTo>
                    <a:pt x="2363470" y="1072134"/>
                    <a:pt x="2361184" y="1073658"/>
                    <a:pt x="2358517" y="1074801"/>
                  </a:cubicBezTo>
                  <a:cubicBezTo>
                    <a:pt x="2355850" y="1075944"/>
                    <a:pt x="2353183" y="1076452"/>
                    <a:pt x="2350262" y="1076452"/>
                  </a:cubicBezTo>
                  <a:lnTo>
                    <a:pt x="21463" y="1076452"/>
                  </a:lnTo>
                  <a:cubicBezTo>
                    <a:pt x="18669" y="1076452"/>
                    <a:pt x="15875" y="1075944"/>
                    <a:pt x="13208" y="1074801"/>
                  </a:cubicBezTo>
                  <a:cubicBezTo>
                    <a:pt x="10541" y="1073658"/>
                    <a:pt x="8255" y="1072134"/>
                    <a:pt x="6223" y="1070102"/>
                  </a:cubicBezTo>
                  <a:cubicBezTo>
                    <a:pt x="4191" y="1068070"/>
                    <a:pt x="2667" y="1065784"/>
                    <a:pt x="1524" y="1063117"/>
                  </a:cubicBezTo>
                  <a:cubicBezTo>
                    <a:pt x="381" y="1060450"/>
                    <a:pt x="0" y="1057783"/>
                    <a:pt x="0" y="1054862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143250" y="4292651"/>
            <a:ext cx="2362200" cy="1076325"/>
            <a:chOff x="0" y="0"/>
            <a:chExt cx="2362200" cy="10763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62327" cy="1076452"/>
            </a:xfrm>
            <a:custGeom>
              <a:avLst/>
              <a:gdLst/>
              <a:ahLst/>
              <a:cxnLst/>
              <a:rect l="l" t="t" r="r" b="b"/>
              <a:pathLst>
                <a:path w="2362327" h="1076452">
                  <a:moveTo>
                    <a:pt x="0" y="10548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2340737" y="0"/>
                  </a:lnTo>
                  <a:cubicBezTo>
                    <a:pt x="2343531" y="0"/>
                    <a:pt x="2346325" y="508"/>
                    <a:pt x="2348992" y="1651"/>
                  </a:cubicBezTo>
                  <a:cubicBezTo>
                    <a:pt x="2351659" y="2794"/>
                    <a:pt x="2353945" y="4318"/>
                    <a:pt x="2355977" y="6350"/>
                  </a:cubicBezTo>
                  <a:cubicBezTo>
                    <a:pt x="2358009" y="8382"/>
                    <a:pt x="2359533" y="10668"/>
                    <a:pt x="2360676" y="13335"/>
                  </a:cubicBezTo>
                  <a:cubicBezTo>
                    <a:pt x="2361819" y="16002"/>
                    <a:pt x="2362327" y="18669"/>
                    <a:pt x="2362327" y="21590"/>
                  </a:cubicBezTo>
                  <a:lnTo>
                    <a:pt x="2362327" y="1054862"/>
                  </a:lnTo>
                  <a:cubicBezTo>
                    <a:pt x="2362327" y="1057656"/>
                    <a:pt x="2361819" y="1060450"/>
                    <a:pt x="2360676" y="1063117"/>
                  </a:cubicBezTo>
                  <a:cubicBezTo>
                    <a:pt x="2359533" y="1065784"/>
                    <a:pt x="2358009" y="1068070"/>
                    <a:pt x="2355977" y="1070102"/>
                  </a:cubicBezTo>
                  <a:cubicBezTo>
                    <a:pt x="2353945" y="1072134"/>
                    <a:pt x="2351659" y="1073658"/>
                    <a:pt x="2348992" y="1074801"/>
                  </a:cubicBezTo>
                  <a:cubicBezTo>
                    <a:pt x="2346325" y="1075944"/>
                    <a:pt x="2343658" y="1076452"/>
                    <a:pt x="2340737" y="1076452"/>
                  </a:cubicBezTo>
                  <a:lnTo>
                    <a:pt x="21463" y="1076452"/>
                  </a:lnTo>
                  <a:cubicBezTo>
                    <a:pt x="18669" y="1076452"/>
                    <a:pt x="15875" y="1075944"/>
                    <a:pt x="13208" y="1074801"/>
                  </a:cubicBezTo>
                  <a:cubicBezTo>
                    <a:pt x="10541" y="1073658"/>
                    <a:pt x="8255" y="1072134"/>
                    <a:pt x="6223" y="1070102"/>
                  </a:cubicBezTo>
                  <a:cubicBezTo>
                    <a:pt x="4191" y="1068070"/>
                    <a:pt x="2667" y="1065784"/>
                    <a:pt x="1524" y="1063117"/>
                  </a:cubicBezTo>
                  <a:cubicBezTo>
                    <a:pt x="381" y="1060450"/>
                    <a:pt x="0" y="1057783"/>
                    <a:pt x="0" y="1054862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62650" y="4378376"/>
            <a:ext cx="57150" cy="57150"/>
            <a:chOff x="0" y="0"/>
            <a:chExt cx="57150" cy="571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383838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62650" y="4711751"/>
            <a:ext cx="57150" cy="57150"/>
            <a:chOff x="0" y="0"/>
            <a:chExt cx="57150" cy="57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383838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62650" y="5321351"/>
            <a:ext cx="57150" cy="57150"/>
            <a:chOff x="0" y="0"/>
            <a:chExt cx="57150" cy="571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383838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870572" y="5619798"/>
            <a:ext cx="5032372" cy="1069972"/>
            <a:chOff x="0" y="0"/>
            <a:chExt cx="5032375" cy="1069975"/>
          </a:xfrm>
        </p:grpSpPr>
        <p:sp>
          <p:nvSpPr>
            <p:cNvPr id="13" name="Freeform 13"/>
            <p:cNvSpPr/>
            <p:nvPr/>
          </p:nvSpPr>
          <p:spPr>
            <a:xfrm>
              <a:off x="63500" y="63500"/>
              <a:ext cx="4905502" cy="943102"/>
            </a:xfrm>
            <a:custGeom>
              <a:avLst/>
              <a:gdLst/>
              <a:ahLst/>
              <a:cxnLst/>
              <a:rect l="l" t="t" r="r" b="b"/>
              <a:pathLst>
                <a:path w="4905502" h="943102">
                  <a:moveTo>
                    <a:pt x="0" y="92151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4883912" y="0"/>
                  </a:lnTo>
                  <a:cubicBezTo>
                    <a:pt x="4886706" y="0"/>
                    <a:pt x="4889500" y="508"/>
                    <a:pt x="4892167" y="1651"/>
                  </a:cubicBezTo>
                  <a:cubicBezTo>
                    <a:pt x="4894834" y="2794"/>
                    <a:pt x="4897120" y="4318"/>
                    <a:pt x="4899152" y="6350"/>
                  </a:cubicBezTo>
                  <a:cubicBezTo>
                    <a:pt x="4901184" y="8382"/>
                    <a:pt x="4902708" y="10668"/>
                    <a:pt x="4903851" y="13335"/>
                  </a:cubicBezTo>
                  <a:cubicBezTo>
                    <a:pt x="4904994" y="16002"/>
                    <a:pt x="4905502" y="18669"/>
                    <a:pt x="4905502" y="21590"/>
                  </a:cubicBezTo>
                  <a:lnTo>
                    <a:pt x="4905502" y="921512"/>
                  </a:lnTo>
                  <a:cubicBezTo>
                    <a:pt x="4905502" y="924306"/>
                    <a:pt x="4904994" y="927100"/>
                    <a:pt x="4903851" y="929767"/>
                  </a:cubicBezTo>
                  <a:cubicBezTo>
                    <a:pt x="4902708" y="932434"/>
                    <a:pt x="4901184" y="934720"/>
                    <a:pt x="4899152" y="936752"/>
                  </a:cubicBezTo>
                  <a:cubicBezTo>
                    <a:pt x="4897120" y="938784"/>
                    <a:pt x="4894834" y="940308"/>
                    <a:pt x="4892167" y="941451"/>
                  </a:cubicBezTo>
                  <a:cubicBezTo>
                    <a:pt x="4889500" y="942594"/>
                    <a:pt x="4886833" y="943102"/>
                    <a:pt x="4883912" y="943102"/>
                  </a:cubicBezTo>
                  <a:lnTo>
                    <a:pt x="21463" y="943102"/>
                  </a:lnTo>
                  <a:cubicBezTo>
                    <a:pt x="18669" y="943102"/>
                    <a:pt x="15875" y="942594"/>
                    <a:pt x="13208" y="941451"/>
                  </a:cubicBezTo>
                  <a:cubicBezTo>
                    <a:pt x="10541" y="940308"/>
                    <a:pt x="8255" y="938784"/>
                    <a:pt x="6223" y="936752"/>
                  </a:cubicBezTo>
                  <a:cubicBezTo>
                    <a:pt x="4191" y="934720"/>
                    <a:pt x="2667" y="932434"/>
                    <a:pt x="1524" y="929767"/>
                  </a:cubicBezTo>
                  <a:cubicBezTo>
                    <a:pt x="381" y="927100"/>
                    <a:pt x="0" y="924433"/>
                    <a:pt x="0" y="921512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67081" y="331343"/>
              <a:ext cx="150114" cy="150114"/>
            </a:xfrm>
            <a:custGeom>
              <a:avLst/>
              <a:gdLst/>
              <a:ahLst/>
              <a:cxnLst/>
              <a:rect l="l" t="t" r="r" b="b"/>
              <a:pathLst>
                <a:path w="150114" h="150114">
                  <a:moveTo>
                    <a:pt x="21463" y="16129"/>
                  </a:moveTo>
                  <a:cubicBezTo>
                    <a:pt x="18542" y="16129"/>
                    <a:pt x="16129" y="18542"/>
                    <a:pt x="16129" y="21463"/>
                  </a:cubicBezTo>
                  <a:lnTo>
                    <a:pt x="16129" y="128651"/>
                  </a:lnTo>
                  <a:cubicBezTo>
                    <a:pt x="16129" y="131572"/>
                    <a:pt x="18542" y="133985"/>
                    <a:pt x="21463" y="133985"/>
                  </a:cubicBezTo>
                  <a:lnTo>
                    <a:pt x="96520" y="133985"/>
                  </a:lnTo>
                  <a:lnTo>
                    <a:pt x="96520" y="107188"/>
                  </a:lnTo>
                  <a:cubicBezTo>
                    <a:pt x="96520" y="101219"/>
                    <a:pt x="101346" y="96520"/>
                    <a:pt x="107188" y="96520"/>
                  </a:cubicBezTo>
                  <a:lnTo>
                    <a:pt x="133985" y="96520"/>
                  </a:lnTo>
                  <a:lnTo>
                    <a:pt x="133985" y="21463"/>
                  </a:lnTo>
                  <a:cubicBezTo>
                    <a:pt x="133985" y="18542"/>
                    <a:pt x="131572" y="16129"/>
                    <a:pt x="128651" y="16129"/>
                  </a:cubicBezTo>
                  <a:lnTo>
                    <a:pt x="21463" y="16129"/>
                  </a:lnTo>
                  <a:close/>
                  <a:moveTo>
                    <a:pt x="96520" y="150114"/>
                  </a:moveTo>
                  <a:lnTo>
                    <a:pt x="21463" y="150114"/>
                  </a:lnTo>
                  <a:cubicBezTo>
                    <a:pt x="9652" y="150114"/>
                    <a:pt x="0" y="140462"/>
                    <a:pt x="0" y="128651"/>
                  </a:cubicBezTo>
                  <a:lnTo>
                    <a:pt x="0" y="21463"/>
                  </a:lnTo>
                  <a:cubicBezTo>
                    <a:pt x="0" y="9652"/>
                    <a:pt x="9652" y="0"/>
                    <a:pt x="21463" y="0"/>
                  </a:cubicBezTo>
                  <a:lnTo>
                    <a:pt x="128651" y="0"/>
                  </a:lnTo>
                  <a:cubicBezTo>
                    <a:pt x="140462" y="0"/>
                    <a:pt x="150114" y="9652"/>
                    <a:pt x="150114" y="21463"/>
                  </a:cubicBezTo>
                  <a:lnTo>
                    <a:pt x="150114" y="96520"/>
                  </a:lnTo>
                  <a:lnTo>
                    <a:pt x="150114" y="98425"/>
                  </a:lnTo>
                  <a:cubicBezTo>
                    <a:pt x="150114" y="104140"/>
                    <a:pt x="147828" y="109601"/>
                    <a:pt x="143891" y="113538"/>
                  </a:cubicBezTo>
                  <a:lnTo>
                    <a:pt x="113538" y="143891"/>
                  </a:lnTo>
                  <a:cubicBezTo>
                    <a:pt x="109474" y="147955"/>
                    <a:pt x="104013" y="150114"/>
                    <a:pt x="98425" y="150114"/>
                  </a:cubicBezTo>
                  <a:lnTo>
                    <a:pt x="96520" y="150114"/>
                  </a:lnTo>
                  <a:close/>
                </a:path>
              </a:pathLst>
            </a:custGeom>
            <a:solidFill>
              <a:srgbClr val="993600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00075" y="2763517"/>
            <a:ext cx="9053532" cy="620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Why NER Alone Does Not Solve the Problem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0075" y="3790064"/>
            <a:ext cx="4015969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Extracting Entities Is the Starting Point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1525" y="4428239"/>
            <a:ext cx="631346" cy="71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EGFR</a:t>
            </a:r>
            <a:r>
              <a:rPr lang="en-US" sz="1771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</a:p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Gene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10090" y="4428239"/>
            <a:ext cx="1224010" cy="71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Osimertinib</a:t>
            </a:r>
          </a:p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Drug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33627" y="3790064"/>
            <a:ext cx="4118058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The Real Questions Remain Unanswered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07766" y="4196753"/>
            <a:ext cx="4143880" cy="125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Does Osimertinib </a:t>
            </a:r>
            <a:r>
              <a:rPr lang="en-US" sz="1350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inhibit</a:t>
            </a: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EGFR?</a:t>
            </a:r>
          </a:p>
          <a:p>
            <a:pPr algn="l">
              <a:lnSpc>
                <a:spcPts val="2624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Is the relation experimentally </a:t>
            </a:r>
            <a:r>
              <a:rPr lang="en-US" sz="1350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supported</a:t>
            </a: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or merely </a:t>
            </a:r>
          </a:p>
          <a:p>
            <a:pPr algn="l">
              <a:lnSpc>
                <a:spcPts val="1725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mentioned?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What is the </a:t>
            </a:r>
            <a:r>
              <a:rPr lang="en-US" sz="1350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evidence sentence</a:t>
            </a: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90840" y="5854103"/>
            <a:ext cx="4108209" cy="53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value lies in </a:t>
            </a:r>
            <a:r>
              <a:rPr lang="en-US" sz="135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relations, evidence, and context</a:t>
            </a: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— not entity labels alone.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1441599"/>
            <a:ext cx="11556997" cy="6765922"/>
            <a:chOff x="0" y="0"/>
            <a:chExt cx="11557000" cy="67659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1430000" cy="6638925"/>
            </a:xfrm>
            <a:custGeom>
              <a:avLst/>
              <a:gdLst/>
              <a:ahLst/>
              <a:cxnLst/>
              <a:rect l="l" t="t" r="r" b="b"/>
              <a:pathLst>
                <a:path w="11430000" h="6638925">
                  <a:moveTo>
                    <a:pt x="0" y="0"/>
                  </a:moveTo>
                  <a:lnTo>
                    <a:pt x="11430000" y="0"/>
                  </a:lnTo>
                  <a:lnTo>
                    <a:pt x="11430000" y="6638925"/>
                  </a:lnTo>
                  <a:lnTo>
                    <a:pt x="0" y="66389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4" name="Freeform 4"/>
            <p:cNvSpPr/>
            <p:nvPr/>
          </p:nvSpPr>
          <p:spPr>
            <a:xfrm>
              <a:off x="68326" y="68326"/>
              <a:ext cx="11420348" cy="6629400"/>
            </a:xfrm>
            <a:custGeom>
              <a:avLst/>
              <a:gdLst/>
              <a:ahLst/>
              <a:cxnLst/>
              <a:rect l="l" t="t" r="r" b="b"/>
              <a:pathLst>
                <a:path w="11420348" h="6629400">
                  <a:moveTo>
                    <a:pt x="0" y="0"/>
                  </a:moveTo>
                  <a:lnTo>
                    <a:pt x="0" y="6629400"/>
                  </a:lnTo>
                  <a:lnTo>
                    <a:pt x="11420348" y="6629400"/>
                  </a:lnTo>
                  <a:lnTo>
                    <a:pt x="11420348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1430000" cy="6638925"/>
            </a:xfrm>
            <a:custGeom>
              <a:avLst/>
              <a:gdLst/>
              <a:ahLst/>
              <a:cxnLst/>
              <a:rect l="l" t="t" r="r" b="b"/>
              <a:pathLst>
                <a:path w="11430000" h="6638925">
                  <a:moveTo>
                    <a:pt x="0" y="0"/>
                  </a:moveTo>
                  <a:lnTo>
                    <a:pt x="11430000" y="0"/>
                  </a:lnTo>
                  <a:lnTo>
                    <a:pt x="11430000" y="6638925"/>
                  </a:lnTo>
                  <a:lnTo>
                    <a:pt x="0" y="66389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0075" y="3391052"/>
            <a:ext cx="6505575" cy="3686175"/>
            <a:chOff x="0" y="0"/>
            <a:chExt cx="8674100" cy="4914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674100" cy="4914900"/>
            </a:xfrm>
            <a:custGeom>
              <a:avLst/>
              <a:gdLst/>
              <a:ahLst/>
              <a:cxnLst/>
              <a:rect l="l" t="t" r="r" b="b"/>
              <a:pathLst>
                <a:path w="8674100" h="49149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4886325"/>
                  </a:lnTo>
                  <a:cubicBezTo>
                    <a:pt x="0" y="4894199"/>
                    <a:pt x="2794" y="4900930"/>
                    <a:pt x="8382" y="4906518"/>
                  </a:cubicBezTo>
                  <a:cubicBezTo>
                    <a:pt x="13970" y="4912106"/>
                    <a:pt x="20574" y="4914900"/>
                    <a:pt x="28448" y="4914900"/>
                  </a:cubicBezTo>
                  <a:lnTo>
                    <a:pt x="8645652" y="4914900"/>
                  </a:lnTo>
                  <a:cubicBezTo>
                    <a:pt x="8653526" y="4914900"/>
                    <a:pt x="8660130" y="4912106"/>
                    <a:pt x="8665718" y="4906518"/>
                  </a:cubicBezTo>
                  <a:cubicBezTo>
                    <a:pt x="8671306" y="4900930"/>
                    <a:pt x="8674100" y="4894199"/>
                    <a:pt x="8674100" y="4886325"/>
                  </a:cubicBezTo>
                  <a:lnTo>
                    <a:pt x="8674100" y="28575"/>
                  </a:lnTo>
                  <a:cubicBezTo>
                    <a:pt x="8674100" y="20701"/>
                    <a:pt x="8671306" y="13970"/>
                    <a:pt x="8665718" y="8382"/>
                  </a:cubicBezTo>
                  <a:cubicBezTo>
                    <a:pt x="8660130" y="2794"/>
                    <a:pt x="8653399" y="0"/>
                    <a:pt x="8645525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470772" y="2927499"/>
            <a:ext cx="3432172" cy="1508122"/>
            <a:chOff x="0" y="0"/>
            <a:chExt cx="3432175" cy="1508125"/>
          </a:xfrm>
        </p:grpSpPr>
        <p:sp>
          <p:nvSpPr>
            <p:cNvPr id="9" name="Freeform 9"/>
            <p:cNvSpPr/>
            <p:nvPr/>
          </p:nvSpPr>
          <p:spPr>
            <a:xfrm>
              <a:off x="73025" y="73025"/>
              <a:ext cx="3285998" cy="1361948"/>
            </a:xfrm>
            <a:custGeom>
              <a:avLst/>
              <a:gdLst/>
              <a:ahLst/>
              <a:cxnLst/>
              <a:rect l="l" t="t" r="r" b="b"/>
              <a:pathLst>
                <a:path w="3285998" h="1361948">
                  <a:moveTo>
                    <a:pt x="0" y="1295400"/>
                  </a:moveTo>
                  <a:lnTo>
                    <a:pt x="0" y="66675"/>
                  </a:ln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3274187" y="0"/>
                  </a:lnTo>
                  <a:cubicBezTo>
                    <a:pt x="3277489" y="0"/>
                    <a:pt x="3280283" y="1143"/>
                    <a:pt x="3282569" y="3429"/>
                  </a:cubicBezTo>
                  <a:cubicBezTo>
                    <a:pt x="3284855" y="5715"/>
                    <a:pt x="3285998" y="8509"/>
                    <a:pt x="3285998" y="11811"/>
                  </a:cubicBezTo>
                  <a:lnTo>
                    <a:pt x="3285998" y="1350137"/>
                  </a:lnTo>
                  <a:cubicBezTo>
                    <a:pt x="3285998" y="1353439"/>
                    <a:pt x="3284855" y="1356233"/>
                    <a:pt x="3282569" y="1358519"/>
                  </a:cubicBezTo>
                  <a:cubicBezTo>
                    <a:pt x="3280283" y="1360805"/>
                    <a:pt x="3277489" y="1361948"/>
                    <a:pt x="3274187" y="1361948"/>
                  </a:cubicBezTo>
                  <a:lnTo>
                    <a:pt x="66675" y="1361948"/>
                  </a:lnTo>
                  <a:cubicBezTo>
                    <a:pt x="62357" y="1361948"/>
                    <a:pt x="57912" y="1361567"/>
                    <a:pt x="53721" y="1360678"/>
                  </a:cubicBezTo>
                  <a:cubicBezTo>
                    <a:pt x="49530" y="1359789"/>
                    <a:pt x="45212" y="1358519"/>
                    <a:pt x="41275" y="1356868"/>
                  </a:cubicBezTo>
                  <a:cubicBezTo>
                    <a:pt x="37338" y="1355217"/>
                    <a:pt x="33401" y="1353185"/>
                    <a:pt x="29718" y="1350645"/>
                  </a:cubicBezTo>
                  <a:cubicBezTo>
                    <a:pt x="26035" y="1348105"/>
                    <a:pt x="22733" y="1345438"/>
                    <a:pt x="19558" y="1342390"/>
                  </a:cubicBezTo>
                  <a:cubicBezTo>
                    <a:pt x="16383" y="1339342"/>
                    <a:pt x="13716" y="1335913"/>
                    <a:pt x="11303" y="1332230"/>
                  </a:cubicBezTo>
                  <a:cubicBezTo>
                    <a:pt x="8890" y="1328547"/>
                    <a:pt x="6858" y="1324737"/>
                    <a:pt x="5080" y="1320673"/>
                  </a:cubicBezTo>
                  <a:cubicBezTo>
                    <a:pt x="3302" y="1316609"/>
                    <a:pt x="2159" y="1312418"/>
                    <a:pt x="1270" y="1308227"/>
                  </a:cubicBezTo>
                  <a:cubicBezTo>
                    <a:pt x="381" y="1304036"/>
                    <a:pt x="0" y="1299591"/>
                    <a:pt x="0" y="12952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3373" y="63500"/>
              <a:ext cx="3305175" cy="1380998"/>
            </a:xfrm>
            <a:custGeom>
              <a:avLst/>
              <a:gdLst/>
              <a:ahLst/>
              <a:cxnLst/>
              <a:rect l="l" t="t" r="r" b="b"/>
              <a:pathLst>
                <a:path w="3305175" h="1380998">
                  <a:moveTo>
                    <a:pt x="127" y="1304925"/>
                  </a:moveTo>
                  <a:lnTo>
                    <a:pt x="127" y="76200"/>
                  </a:lnTo>
                  <a:lnTo>
                    <a:pt x="9652" y="76200"/>
                  </a:lnTo>
                  <a:lnTo>
                    <a:pt x="127" y="76200"/>
                  </a:lnTo>
                  <a:cubicBezTo>
                    <a:pt x="127" y="71247"/>
                    <a:pt x="635" y="66294"/>
                    <a:pt x="1651" y="61341"/>
                  </a:cubicBezTo>
                  <a:lnTo>
                    <a:pt x="11049" y="63246"/>
                  </a:lnTo>
                  <a:lnTo>
                    <a:pt x="1651" y="61341"/>
                  </a:lnTo>
                  <a:cubicBezTo>
                    <a:pt x="2667" y="56388"/>
                    <a:pt x="4064" y="51689"/>
                    <a:pt x="5969" y="46990"/>
                  </a:cubicBezTo>
                  <a:lnTo>
                    <a:pt x="14732" y="50673"/>
                  </a:lnTo>
                  <a:lnTo>
                    <a:pt x="5969" y="46990"/>
                  </a:lnTo>
                  <a:cubicBezTo>
                    <a:pt x="7874" y="42418"/>
                    <a:pt x="10287" y="37973"/>
                    <a:pt x="12954" y="33782"/>
                  </a:cubicBezTo>
                  <a:lnTo>
                    <a:pt x="20828" y="39116"/>
                  </a:lnTo>
                  <a:lnTo>
                    <a:pt x="12954" y="33782"/>
                  </a:lnTo>
                  <a:cubicBezTo>
                    <a:pt x="15748" y="29591"/>
                    <a:pt x="18923" y="25781"/>
                    <a:pt x="22479" y="22225"/>
                  </a:cubicBezTo>
                  <a:cubicBezTo>
                    <a:pt x="26035" y="18669"/>
                    <a:pt x="29845" y="15494"/>
                    <a:pt x="34036" y="12700"/>
                  </a:cubicBezTo>
                  <a:lnTo>
                    <a:pt x="39370" y="20574"/>
                  </a:lnTo>
                  <a:lnTo>
                    <a:pt x="34036" y="12700"/>
                  </a:lnTo>
                  <a:cubicBezTo>
                    <a:pt x="38227" y="9906"/>
                    <a:pt x="42545" y="7620"/>
                    <a:pt x="47244" y="5715"/>
                  </a:cubicBezTo>
                  <a:cubicBezTo>
                    <a:pt x="51816" y="3810"/>
                    <a:pt x="56642" y="2413"/>
                    <a:pt x="61595" y="1397"/>
                  </a:cubicBez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3283839" y="0"/>
                  </a:lnTo>
                  <a:lnTo>
                    <a:pt x="3283839" y="9525"/>
                  </a:lnTo>
                  <a:lnTo>
                    <a:pt x="3283839" y="0"/>
                  </a:lnTo>
                  <a:cubicBezTo>
                    <a:pt x="3289681" y="0"/>
                    <a:pt x="3294888" y="2159"/>
                    <a:pt x="3298952" y="6223"/>
                  </a:cubicBezTo>
                  <a:lnTo>
                    <a:pt x="3292221" y="12954"/>
                  </a:lnTo>
                  <a:lnTo>
                    <a:pt x="3298952" y="6223"/>
                  </a:lnTo>
                  <a:cubicBezTo>
                    <a:pt x="3303016" y="10287"/>
                    <a:pt x="3305175" y="15621"/>
                    <a:pt x="3305175" y="21336"/>
                  </a:cubicBezTo>
                  <a:lnTo>
                    <a:pt x="3295650" y="21336"/>
                  </a:lnTo>
                  <a:lnTo>
                    <a:pt x="3305175" y="21336"/>
                  </a:lnTo>
                  <a:lnTo>
                    <a:pt x="3305175" y="1359662"/>
                  </a:lnTo>
                  <a:lnTo>
                    <a:pt x="3295650" y="1359662"/>
                  </a:lnTo>
                  <a:lnTo>
                    <a:pt x="3305175" y="1359662"/>
                  </a:lnTo>
                  <a:cubicBezTo>
                    <a:pt x="3305175" y="1365504"/>
                    <a:pt x="3303016" y="1370711"/>
                    <a:pt x="3298952" y="1374775"/>
                  </a:cubicBezTo>
                  <a:lnTo>
                    <a:pt x="3292221" y="1368044"/>
                  </a:lnTo>
                  <a:lnTo>
                    <a:pt x="3298952" y="1374775"/>
                  </a:lnTo>
                  <a:cubicBezTo>
                    <a:pt x="3294888" y="1378839"/>
                    <a:pt x="3289554" y="1380998"/>
                    <a:pt x="3283839" y="1380998"/>
                  </a:cubicBezTo>
                  <a:lnTo>
                    <a:pt x="76327" y="1380998"/>
                  </a:lnTo>
                  <a:cubicBezTo>
                    <a:pt x="71374" y="1380998"/>
                    <a:pt x="66421" y="1380490"/>
                    <a:pt x="61468" y="1379474"/>
                  </a:cubicBezTo>
                  <a:lnTo>
                    <a:pt x="63373" y="1370076"/>
                  </a:lnTo>
                  <a:lnTo>
                    <a:pt x="61468" y="1379474"/>
                  </a:lnTo>
                  <a:cubicBezTo>
                    <a:pt x="56515" y="1378458"/>
                    <a:pt x="51816" y="1377061"/>
                    <a:pt x="47117" y="1375156"/>
                  </a:cubicBezTo>
                  <a:cubicBezTo>
                    <a:pt x="42545" y="1373251"/>
                    <a:pt x="38100" y="1370838"/>
                    <a:pt x="33909" y="1368171"/>
                  </a:cubicBezTo>
                  <a:lnTo>
                    <a:pt x="39243" y="1360297"/>
                  </a:lnTo>
                  <a:lnTo>
                    <a:pt x="33909" y="1368171"/>
                  </a:lnTo>
                  <a:cubicBezTo>
                    <a:pt x="29718" y="1365377"/>
                    <a:pt x="25908" y="1362202"/>
                    <a:pt x="22352" y="1358646"/>
                  </a:cubicBezTo>
                  <a:cubicBezTo>
                    <a:pt x="18796" y="1355090"/>
                    <a:pt x="15621" y="1351280"/>
                    <a:pt x="12827" y="1347089"/>
                  </a:cubicBezTo>
                  <a:cubicBezTo>
                    <a:pt x="10033" y="1342898"/>
                    <a:pt x="7747" y="1338580"/>
                    <a:pt x="5842" y="1333881"/>
                  </a:cubicBezTo>
                  <a:lnTo>
                    <a:pt x="14605" y="1330198"/>
                  </a:lnTo>
                  <a:lnTo>
                    <a:pt x="5842" y="1333881"/>
                  </a:lnTo>
                  <a:cubicBezTo>
                    <a:pt x="3937" y="1329309"/>
                    <a:pt x="2540" y="1324483"/>
                    <a:pt x="1524" y="1319530"/>
                  </a:cubicBezTo>
                  <a:lnTo>
                    <a:pt x="10922" y="1317625"/>
                  </a:lnTo>
                  <a:lnTo>
                    <a:pt x="1524" y="1319530"/>
                  </a:lnTo>
                  <a:cubicBezTo>
                    <a:pt x="508" y="1314577"/>
                    <a:pt x="0" y="1309624"/>
                    <a:pt x="0" y="1304671"/>
                  </a:cubicBezTo>
                  <a:lnTo>
                    <a:pt x="9525" y="1304671"/>
                  </a:lnTo>
                  <a:lnTo>
                    <a:pt x="127" y="1304671"/>
                  </a:lnTo>
                  <a:moveTo>
                    <a:pt x="19177" y="1304671"/>
                  </a:moveTo>
                  <a:cubicBezTo>
                    <a:pt x="19177" y="1308481"/>
                    <a:pt x="19558" y="1312164"/>
                    <a:pt x="20320" y="1315847"/>
                  </a:cubicBezTo>
                  <a:cubicBezTo>
                    <a:pt x="21082" y="1319530"/>
                    <a:pt x="22098" y="1323086"/>
                    <a:pt x="23622" y="1326515"/>
                  </a:cubicBezTo>
                  <a:cubicBezTo>
                    <a:pt x="25019" y="1329944"/>
                    <a:pt x="26797" y="1333246"/>
                    <a:pt x="28956" y="1336421"/>
                  </a:cubicBezTo>
                  <a:lnTo>
                    <a:pt x="21082" y="1341755"/>
                  </a:lnTo>
                  <a:lnTo>
                    <a:pt x="28956" y="1336421"/>
                  </a:lnTo>
                  <a:cubicBezTo>
                    <a:pt x="30988" y="1339596"/>
                    <a:pt x="33401" y="1342390"/>
                    <a:pt x="36068" y="1345057"/>
                  </a:cubicBezTo>
                  <a:lnTo>
                    <a:pt x="29337" y="1351788"/>
                  </a:lnTo>
                  <a:lnTo>
                    <a:pt x="36068" y="1345057"/>
                  </a:lnTo>
                  <a:cubicBezTo>
                    <a:pt x="38735" y="1347724"/>
                    <a:pt x="41656" y="1350137"/>
                    <a:pt x="44704" y="1352169"/>
                  </a:cubicBezTo>
                  <a:cubicBezTo>
                    <a:pt x="47879" y="1354201"/>
                    <a:pt x="51054" y="1355979"/>
                    <a:pt x="54610" y="1357503"/>
                  </a:cubicBezTo>
                  <a:lnTo>
                    <a:pt x="50927" y="1366266"/>
                  </a:lnTo>
                  <a:lnTo>
                    <a:pt x="54610" y="1357503"/>
                  </a:lnTo>
                  <a:cubicBezTo>
                    <a:pt x="58039" y="1358900"/>
                    <a:pt x="61595" y="1360043"/>
                    <a:pt x="65278" y="1360805"/>
                  </a:cubicBezTo>
                  <a:cubicBezTo>
                    <a:pt x="68961" y="1361567"/>
                    <a:pt x="72644" y="1361948"/>
                    <a:pt x="76454" y="1361948"/>
                  </a:cubicBezTo>
                  <a:lnTo>
                    <a:pt x="76454" y="1371473"/>
                  </a:lnTo>
                  <a:lnTo>
                    <a:pt x="76454" y="1361948"/>
                  </a:lnTo>
                  <a:lnTo>
                    <a:pt x="3283839" y="1361948"/>
                  </a:lnTo>
                  <a:lnTo>
                    <a:pt x="3283839" y="1371600"/>
                  </a:lnTo>
                  <a:lnTo>
                    <a:pt x="3283839" y="1362075"/>
                  </a:lnTo>
                  <a:cubicBezTo>
                    <a:pt x="3284601" y="1362075"/>
                    <a:pt x="3284982" y="1361948"/>
                    <a:pt x="3285490" y="1361440"/>
                  </a:cubicBezTo>
                  <a:cubicBezTo>
                    <a:pt x="3285998" y="1360932"/>
                    <a:pt x="3286125" y="1360551"/>
                    <a:pt x="3286125" y="1359789"/>
                  </a:cubicBezTo>
                  <a:lnTo>
                    <a:pt x="3286125" y="21463"/>
                  </a:lnTo>
                  <a:cubicBezTo>
                    <a:pt x="3286125" y="20701"/>
                    <a:pt x="3285998" y="20320"/>
                    <a:pt x="3285490" y="19812"/>
                  </a:cubicBezTo>
                  <a:cubicBezTo>
                    <a:pt x="3284982" y="19304"/>
                    <a:pt x="3284601" y="19177"/>
                    <a:pt x="3283839" y="19177"/>
                  </a:cubicBezTo>
                  <a:lnTo>
                    <a:pt x="76327" y="19177"/>
                  </a:lnTo>
                  <a:cubicBezTo>
                    <a:pt x="72517" y="19177"/>
                    <a:pt x="68834" y="19558"/>
                    <a:pt x="65151" y="20320"/>
                  </a:cubicBezTo>
                  <a:lnTo>
                    <a:pt x="63246" y="10922"/>
                  </a:lnTo>
                  <a:lnTo>
                    <a:pt x="65151" y="20320"/>
                  </a:lnTo>
                  <a:cubicBezTo>
                    <a:pt x="61468" y="21082"/>
                    <a:pt x="57912" y="22098"/>
                    <a:pt x="54483" y="23622"/>
                  </a:cubicBezTo>
                  <a:lnTo>
                    <a:pt x="50800" y="14859"/>
                  </a:lnTo>
                  <a:lnTo>
                    <a:pt x="54483" y="23622"/>
                  </a:lnTo>
                  <a:cubicBezTo>
                    <a:pt x="51054" y="25019"/>
                    <a:pt x="47752" y="26797"/>
                    <a:pt x="44577" y="28956"/>
                  </a:cubicBezTo>
                  <a:cubicBezTo>
                    <a:pt x="41402" y="30988"/>
                    <a:pt x="38608" y="33401"/>
                    <a:pt x="35941" y="36068"/>
                  </a:cubicBezTo>
                  <a:lnTo>
                    <a:pt x="29210" y="29337"/>
                  </a:lnTo>
                  <a:lnTo>
                    <a:pt x="35941" y="36068"/>
                  </a:lnTo>
                  <a:cubicBezTo>
                    <a:pt x="33274" y="38735"/>
                    <a:pt x="30861" y="41656"/>
                    <a:pt x="28829" y="44704"/>
                  </a:cubicBezTo>
                  <a:cubicBezTo>
                    <a:pt x="26797" y="47879"/>
                    <a:pt x="25019" y="51054"/>
                    <a:pt x="23495" y="54610"/>
                  </a:cubicBezTo>
                  <a:cubicBezTo>
                    <a:pt x="22098" y="58039"/>
                    <a:pt x="20955" y="61595"/>
                    <a:pt x="20193" y="65278"/>
                  </a:cubicBezTo>
                  <a:cubicBezTo>
                    <a:pt x="19431" y="68961"/>
                    <a:pt x="19050" y="72644"/>
                    <a:pt x="19050" y="76454"/>
                  </a:cubicBezTo>
                  <a:lnTo>
                    <a:pt x="19050" y="1305179"/>
                  </a:ln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63373" y="63500"/>
              <a:ext cx="76327" cy="1381125"/>
            </a:xfrm>
            <a:custGeom>
              <a:avLst/>
              <a:gdLst/>
              <a:ahLst/>
              <a:cxnLst/>
              <a:rect l="l" t="t" r="r" b="b"/>
              <a:pathLst>
                <a:path w="76327" h="1381125">
                  <a:moveTo>
                    <a:pt x="127" y="1359662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524"/>
                  </a:cubicBezTo>
                  <a:cubicBezTo>
                    <a:pt x="16129" y="381"/>
                    <a:pt x="18669" y="0"/>
                    <a:pt x="21590" y="0"/>
                  </a:cubicBezTo>
                  <a:lnTo>
                    <a:pt x="76327" y="0"/>
                  </a:lnTo>
                  <a:lnTo>
                    <a:pt x="76327" y="1381125"/>
                  </a:lnTo>
                  <a:lnTo>
                    <a:pt x="21590" y="1381125"/>
                  </a:lnTo>
                  <a:cubicBezTo>
                    <a:pt x="18796" y="1381125"/>
                    <a:pt x="16002" y="1380617"/>
                    <a:pt x="13335" y="1379474"/>
                  </a:cubicBezTo>
                  <a:cubicBezTo>
                    <a:pt x="10668" y="1378331"/>
                    <a:pt x="8382" y="1376807"/>
                    <a:pt x="6350" y="1374775"/>
                  </a:cubicBezTo>
                  <a:cubicBezTo>
                    <a:pt x="4318" y="1372743"/>
                    <a:pt x="2794" y="1370457"/>
                    <a:pt x="1651" y="1367790"/>
                  </a:cubicBezTo>
                  <a:cubicBezTo>
                    <a:pt x="508" y="1365123"/>
                    <a:pt x="0" y="1362456"/>
                    <a:pt x="0" y="1359535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470772" y="4480074"/>
            <a:ext cx="3432172" cy="1508122"/>
            <a:chOff x="0" y="0"/>
            <a:chExt cx="3432175" cy="1508125"/>
          </a:xfrm>
        </p:grpSpPr>
        <p:sp>
          <p:nvSpPr>
            <p:cNvPr id="13" name="Freeform 13"/>
            <p:cNvSpPr/>
            <p:nvPr/>
          </p:nvSpPr>
          <p:spPr>
            <a:xfrm>
              <a:off x="73025" y="73025"/>
              <a:ext cx="3285998" cy="1361948"/>
            </a:xfrm>
            <a:custGeom>
              <a:avLst/>
              <a:gdLst/>
              <a:ahLst/>
              <a:cxnLst/>
              <a:rect l="l" t="t" r="r" b="b"/>
              <a:pathLst>
                <a:path w="3285998" h="1361948">
                  <a:moveTo>
                    <a:pt x="0" y="1295400"/>
                  </a:moveTo>
                  <a:lnTo>
                    <a:pt x="0" y="66675"/>
                  </a:ln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3274187" y="0"/>
                  </a:lnTo>
                  <a:cubicBezTo>
                    <a:pt x="3277489" y="0"/>
                    <a:pt x="3280283" y="1143"/>
                    <a:pt x="3282569" y="3429"/>
                  </a:cubicBezTo>
                  <a:cubicBezTo>
                    <a:pt x="3284855" y="5715"/>
                    <a:pt x="3285998" y="8509"/>
                    <a:pt x="3285998" y="11811"/>
                  </a:cubicBezTo>
                  <a:lnTo>
                    <a:pt x="3285998" y="1350137"/>
                  </a:lnTo>
                  <a:cubicBezTo>
                    <a:pt x="3285998" y="1353439"/>
                    <a:pt x="3284855" y="1356233"/>
                    <a:pt x="3282569" y="1358519"/>
                  </a:cubicBezTo>
                  <a:cubicBezTo>
                    <a:pt x="3280283" y="1360805"/>
                    <a:pt x="3277489" y="1361948"/>
                    <a:pt x="3274187" y="1361948"/>
                  </a:cubicBezTo>
                  <a:lnTo>
                    <a:pt x="66675" y="1361948"/>
                  </a:lnTo>
                  <a:cubicBezTo>
                    <a:pt x="62357" y="1361948"/>
                    <a:pt x="57912" y="1361567"/>
                    <a:pt x="53721" y="1360678"/>
                  </a:cubicBezTo>
                  <a:cubicBezTo>
                    <a:pt x="49530" y="1359789"/>
                    <a:pt x="45212" y="1358519"/>
                    <a:pt x="41275" y="1356868"/>
                  </a:cubicBezTo>
                  <a:cubicBezTo>
                    <a:pt x="37338" y="1355217"/>
                    <a:pt x="33401" y="1353185"/>
                    <a:pt x="29718" y="1350645"/>
                  </a:cubicBezTo>
                  <a:cubicBezTo>
                    <a:pt x="26035" y="1348105"/>
                    <a:pt x="22733" y="1345438"/>
                    <a:pt x="19558" y="1342390"/>
                  </a:cubicBezTo>
                  <a:cubicBezTo>
                    <a:pt x="16383" y="1339342"/>
                    <a:pt x="13716" y="1335913"/>
                    <a:pt x="11303" y="1332230"/>
                  </a:cubicBezTo>
                  <a:cubicBezTo>
                    <a:pt x="8890" y="1328547"/>
                    <a:pt x="6858" y="1324737"/>
                    <a:pt x="5080" y="1320673"/>
                  </a:cubicBezTo>
                  <a:cubicBezTo>
                    <a:pt x="3302" y="1316609"/>
                    <a:pt x="2159" y="1312418"/>
                    <a:pt x="1270" y="1308227"/>
                  </a:cubicBezTo>
                  <a:cubicBezTo>
                    <a:pt x="381" y="1304036"/>
                    <a:pt x="0" y="1299591"/>
                    <a:pt x="0" y="12952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373" y="63500"/>
              <a:ext cx="3305175" cy="1381125"/>
            </a:xfrm>
            <a:custGeom>
              <a:avLst/>
              <a:gdLst/>
              <a:ahLst/>
              <a:cxnLst/>
              <a:rect l="l" t="t" r="r" b="b"/>
              <a:pathLst>
                <a:path w="3305175" h="1381125">
                  <a:moveTo>
                    <a:pt x="127" y="1304925"/>
                  </a:moveTo>
                  <a:lnTo>
                    <a:pt x="127" y="76200"/>
                  </a:lnTo>
                  <a:lnTo>
                    <a:pt x="9652" y="76200"/>
                  </a:lnTo>
                  <a:lnTo>
                    <a:pt x="127" y="76200"/>
                  </a:lnTo>
                  <a:cubicBezTo>
                    <a:pt x="127" y="71247"/>
                    <a:pt x="635" y="66294"/>
                    <a:pt x="1651" y="61341"/>
                  </a:cubicBezTo>
                  <a:lnTo>
                    <a:pt x="11049" y="63246"/>
                  </a:lnTo>
                  <a:lnTo>
                    <a:pt x="1651" y="61341"/>
                  </a:lnTo>
                  <a:cubicBezTo>
                    <a:pt x="2667" y="56388"/>
                    <a:pt x="4064" y="51689"/>
                    <a:pt x="5969" y="46990"/>
                  </a:cubicBezTo>
                  <a:lnTo>
                    <a:pt x="14732" y="50673"/>
                  </a:lnTo>
                  <a:lnTo>
                    <a:pt x="5969" y="46990"/>
                  </a:lnTo>
                  <a:cubicBezTo>
                    <a:pt x="7874" y="42418"/>
                    <a:pt x="10287" y="37973"/>
                    <a:pt x="12954" y="33782"/>
                  </a:cubicBezTo>
                  <a:lnTo>
                    <a:pt x="20828" y="39116"/>
                  </a:lnTo>
                  <a:lnTo>
                    <a:pt x="12954" y="33782"/>
                  </a:lnTo>
                  <a:cubicBezTo>
                    <a:pt x="15748" y="29591"/>
                    <a:pt x="18923" y="25781"/>
                    <a:pt x="22479" y="22225"/>
                  </a:cubicBezTo>
                  <a:cubicBezTo>
                    <a:pt x="26035" y="18669"/>
                    <a:pt x="29845" y="15494"/>
                    <a:pt x="34036" y="12700"/>
                  </a:cubicBezTo>
                  <a:lnTo>
                    <a:pt x="39370" y="20574"/>
                  </a:lnTo>
                  <a:lnTo>
                    <a:pt x="34036" y="12700"/>
                  </a:lnTo>
                  <a:cubicBezTo>
                    <a:pt x="38227" y="9906"/>
                    <a:pt x="42545" y="7620"/>
                    <a:pt x="47244" y="5715"/>
                  </a:cubicBezTo>
                  <a:cubicBezTo>
                    <a:pt x="51816" y="3810"/>
                    <a:pt x="56642" y="2413"/>
                    <a:pt x="61595" y="1397"/>
                  </a:cubicBez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3283839" y="0"/>
                  </a:lnTo>
                  <a:lnTo>
                    <a:pt x="3283839" y="9525"/>
                  </a:lnTo>
                  <a:lnTo>
                    <a:pt x="3283839" y="0"/>
                  </a:lnTo>
                  <a:cubicBezTo>
                    <a:pt x="3289681" y="0"/>
                    <a:pt x="3294888" y="2159"/>
                    <a:pt x="3298952" y="6223"/>
                  </a:cubicBezTo>
                  <a:lnTo>
                    <a:pt x="3292221" y="12954"/>
                  </a:lnTo>
                  <a:lnTo>
                    <a:pt x="3298952" y="6223"/>
                  </a:lnTo>
                  <a:cubicBezTo>
                    <a:pt x="3303016" y="10287"/>
                    <a:pt x="3305175" y="15621"/>
                    <a:pt x="3305175" y="21336"/>
                  </a:cubicBezTo>
                  <a:lnTo>
                    <a:pt x="3295650" y="21336"/>
                  </a:lnTo>
                  <a:lnTo>
                    <a:pt x="3305175" y="21336"/>
                  </a:lnTo>
                  <a:lnTo>
                    <a:pt x="3305175" y="1359662"/>
                  </a:lnTo>
                  <a:lnTo>
                    <a:pt x="3295650" y="1359662"/>
                  </a:lnTo>
                  <a:lnTo>
                    <a:pt x="3305175" y="1359662"/>
                  </a:lnTo>
                  <a:cubicBezTo>
                    <a:pt x="3305175" y="1365504"/>
                    <a:pt x="3303016" y="1370711"/>
                    <a:pt x="3298952" y="1374775"/>
                  </a:cubicBezTo>
                  <a:lnTo>
                    <a:pt x="3292221" y="1368044"/>
                  </a:lnTo>
                  <a:lnTo>
                    <a:pt x="3298952" y="1374775"/>
                  </a:lnTo>
                  <a:cubicBezTo>
                    <a:pt x="3294888" y="1378839"/>
                    <a:pt x="3289554" y="1380998"/>
                    <a:pt x="3283839" y="1380998"/>
                  </a:cubicBezTo>
                  <a:lnTo>
                    <a:pt x="76327" y="1380998"/>
                  </a:lnTo>
                  <a:lnTo>
                    <a:pt x="76327" y="1371600"/>
                  </a:lnTo>
                  <a:lnTo>
                    <a:pt x="76327" y="1381125"/>
                  </a:lnTo>
                  <a:cubicBezTo>
                    <a:pt x="71374" y="1381125"/>
                    <a:pt x="66421" y="1380617"/>
                    <a:pt x="61468" y="1379601"/>
                  </a:cubicBezTo>
                  <a:lnTo>
                    <a:pt x="63373" y="1370203"/>
                  </a:lnTo>
                  <a:lnTo>
                    <a:pt x="61468" y="1379601"/>
                  </a:lnTo>
                  <a:cubicBezTo>
                    <a:pt x="56515" y="1378585"/>
                    <a:pt x="51816" y="1377188"/>
                    <a:pt x="47117" y="1375283"/>
                  </a:cubicBezTo>
                  <a:cubicBezTo>
                    <a:pt x="42545" y="1373378"/>
                    <a:pt x="38100" y="1370965"/>
                    <a:pt x="33909" y="1368298"/>
                  </a:cubicBezTo>
                  <a:lnTo>
                    <a:pt x="39243" y="1360424"/>
                  </a:lnTo>
                  <a:lnTo>
                    <a:pt x="33909" y="1368298"/>
                  </a:lnTo>
                  <a:cubicBezTo>
                    <a:pt x="29718" y="1365504"/>
                    <a:pt x="25908" y="1362329"/>
                    <a:pt x="22352" y="1358773"/>
                  </a:cubicBezTo>
                  <a:cubicBezTo>
                    <a:pt x="18796" y="1355217"/>
                    <a:pt x="15621" y="1351407"/>
                    <a:pt x="12827" y="1347216"/>
                  </a:cubicBezTo>
                  <a:cubicBezTo>
                    <a:pt x="10033" y="1343025"/>
                    <a:pt x="7747" y="1338707"/>
                    <a:pt x="5842" y="1334008"/>
                  </a:cubicBezTo>
                  <a:lnTo>
                    <a:pt x="14605" y="1330325"/>
                  </a:lnTo>
                  <a:lnTo>
                    <a:pt x="5842" y="1334008"/>
                  </a:lnTo>
                  <a:cubicBezTo>
                    <a:pt x="3937" y="1329436"/>
                    <a:pt x="2540" y="1324610"/>
                    <a:pt x="1524" y="1319657"/>
                  </a:cubicBezTo>
                  <a:lnTo>
                    <a:pt x="10922" y="1317752"/>
                  </a:lnTo>
                  <a:lnTo>
                    <a:pt x="1524" y="1319657"/>
                  </a:lnTo>
                  <a:cubicBezTo>
                    <a:pt x="508" y="1314704"/>
                    <a:pt x="0" y="1309751"/>
                    <a:pt x="0" y="1304798"/>
                  </a:cubicBezTo>
                  <a:lnTo>
                    <a:pt x="9525" y="1304798"/>
                  </a:lnTo>
                  <a:lnTo>
                    <a:pt x="127" y="1304798"/>
                  </a:lnTo>
                  <a:moveTo>
                    <a:pt x="19177" y="1304798"/>
                  </a:moveTo>
                  <a:cubicBezTo>
                    <a:pt x="19177" y="1308608"/>
                    <a:pt x="19558" y="1312291"/>
                    <a:pt x="20320" y="1315974"/>
                  </a:cubicBezTo>
                  <a:cubicBezTo>
                    <a:pt x="21082" y="1319657"/>
                    <a:pt x="22098" y="1323213"/>
                    <a:pt x="23622" y="1326642"/>
                  </a:cubicBezTo>
                  <a:cubicBezTo>
                    <a:pt x="25019" y="1330071"/>
                    <a:pt x="26797" y="1333373"/>
                    <a:pt x="28956" y="1336548"/>
                  </a:cubicBezTo>
                  <a:lnTo>
                    <a:pt x="21082" y="1341882"/>
                  </a:lnTo>
                  <a:lnTo>
                    <a:pt x="28956" y="1336548"/>
                  </a:lnTo>
                  <a:cubicBezTo>
                    <a:pt x="30988" y="1339723"/>
                    <a:pt x="33401" y="1342517"/>
                    <a:pt x="36068" y="1345184"/>
                  </a:cubicBezTo>
                  <a:lnTo>
                    <a:pt x="29337" y="1351915"/>
                  </a:lnTo>
                  <a:lnTo>
                    <a:pt x="36068" y="1345184"/>
                  </a:lnTo>
                  <a:cubicBezTo>
                    <a:pt x="38735" y="1347851"/>
                    <a:pt x="41656" y="1350264"/>
                    <a:pt x="44704" y="1352296"/>
                  </a:cubicBezTo>
                  <a:cubicBezTo>
                    <a:pt x="47879" y="1354328"/>
                    <a:pt x="51054" y="1356106"/>
                    <a:pt x="54610" y="1357630"/>
                  </a:cubicBezTo>
                  <a:lnTo>
                    <a:pt x="50927" y="1366393"/>
                  </a:lnTo>
                  <a:lnTo>
                    <a:pt x="54610" y="1357630"/>
                  </a:lnTo>
                  <a:cubicBezTo>
                    <a:pt x="58039" y="1359027"/>
                    <a:pt x="61595" y="1360170"/>
                    <a:pt x="65278" y="1360932"/>
                  </a:cubicBezTo>
                  <a:cubicBezTo>
                    <a:pt x="68961" y="1361694"/>
                    <a:pt x="72644" y="1362075"/>
                    <a:pt x="76454" y="1362075"/>
                  </a:cubicBezTo>
                  <a:lnTo>
                    <a:pt x="3283839" y="1362075"/>
                  </a:lnTo>
                  <a:lnTo>
                    <a:pt x="3283839" y="1371600"/>
                  </a:lnTo>
                  <a:lnTo>
                    <a:pt x="3283839" y="1362075"/>
                  </a:lnTo>
                  <a:cubicBezTo>
                    <a:pt x="3284601" y="1362075"/>
                    <a:pt x="3284982" y="1361948"/>
                    <a:pt x="3285490" y="1361440"/>
                  </a:cubicBezTo>
                  <a:cubicBezTo>
                    <a:pt x="3285998" y="1360932"/>
                    <a:pt x="3286125" y="1360551"/>
                    <a:pt x="3286125" y="1359789"/>
                  </a:cubicBezTo>
                  <a:lnTo>
                    <a:pt x="3286125" y="21463"/>
                  </a:lnTo>
                  <a:cubicBezTo>
                    <a:pt x="3286125" y="20701"/>
                    <a:pt x="3285998" y="20320"/>
                    <a:pt x="3285490" y="19812"/>
                  </a:cubicBezTo>
                  <a:cubicBezTo>
                    <a:pt x="3284982" y="19304"/>
                    <a:pt x="3284601" y="19177"/>
                    <a:pt x="3283839" y="19177"/>
                  </a:cubicBezTo>
                  <a:lnTo>
                    <a:pt x="76327" y="19177"/>
                  </a:lnTo>
                  <a:cubicBezTo>
                    <a:pt x="72517" y="19177"/>
                    <a:pt x="68834" y="19558"/>
                    <a:pt x="65151" y="20320"/>
                  </a:cubicBezTo>
                  <a:lnTo>
                    <a:pt x="63246" y="10922"/>
                  </a:lnTo>
                  <a:lnTo>
                    <a:pt x="65151" y="20320"/>
                  </a:lnTo>
                  <a:cubicBezTo>
                    <a:pt x="61468" y="21082"/>
                    <a:pt x="57912" y="22098"/>
                    <a:pt x="54483" y="23622"/>
                  </a:cubicBezTo>
                  <a:lnTo>
                    <a:pt x="50800" y="14859"/>
                  </a:lnTo>
                  <a:lnTo>
                    <a:pt x="54483" y="23622"/>
                  </a:lnTo>
                  <a:cubicBezTo>
                    <a:pt x="51054" y="25019"/>
                    <a:pt x="47752" y="26797"/>
                    <a:pt x="44577" y="28956"/>
                  </a:cubicBezTo>
                  <a:cubicBezTo>
                    <a:pt x="41402" y="30988"/>
                    <a:pt x="38608" y="33401"/>
                    <a:pt x="35941" y="36068"/>
                  </a:cubicBezTo>
                  <a:lnTo>
                    <a:pt x="29210" y="29337"/>
                  </a:lnTo>
                  <a:lnTo>
                    <a:pt x="35941" y="36068"/>
                  </a:lnTo>
                  <a:cubicBezTo>
                    <a:pt x="33274" y="38735"/>
                    <a:pt x="30861" y="41656"/>
                    <a:pt x="28829" y="44704"/>
                  </a:cubicBezTo>
                  <a:cubicBezTo>
                    <a:pt x="26797" y="47879"/>
                    <a:pt x="25019" y="51054"/>
                    <a:pt x="23495" y="54610"/>
                  </a:cubicBezTo>
                  <a:cubicBezTo>
                    <a:pt x="22098" y="58039"/>
                    <a:pt x="20955" y="61595"/>
                    <a:pt x="20193" y="65278"/>
                  </a:cubicBezTo>
                  <a:cubicBezTo>
                    <a:pt x="19431" y="68961"/>
                    <a:pt x="19050" y="72644"/>
                    <a:pt x="19050" y="76454"/>
                  </a:cubicBezTo>
                  <a:lnTo>
                    <a:pt x="19050" y="1305179"/>
                  </a:ln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3373" y="63500"/>
              <a:ext cx="76327" cy="1381125"/>
            </a:xfrm>
            <a:custGeom>
              <a:avLst/>
              <a:gdLst/>
              <a:ahLst/>
              <a:cxnLst/>
              <a:rect l="l" t="t" r="r" b="b"/>
              <a:pathLst>
                <a:path w="76327" h="1381125">
                  <a:moveTo>
                    <a:pt x="127" y="1359662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524"/>
                  </a:cubicBezTo>
                  <a:cubicBezTo>
                    <a:pt x="16129" y="381"/>
                    <a:pt x="18669" y="0"/>
                    <a:pt x="21590" y="0"/>
                  </a:cubicBezTo>
                  <a:lnTo>
                    <a:pt x="76327" y="0"/>
                  </a:lnTo>
                  <a:lnTo>
                    <a:pt x="76327" y="1381125"/>
                  </a:lnTo>
                  <a:lnTo>
                    <a:pt x="21590" y="1381125"/>
                  </a:lnTo>
                  <a:cubicBezTo>
                    <a:pt x="18796" y="1381125"/>
                    <a:pt x="16002" y="1380617"/>
                    <a:pt x="13335" y="1379474"/>
                  </a:cubicBezTo>
                  <a:cubicBezTo>
                    <a:pt x="10668" y="1378331"/>
                    <a:pt x="8382" y="1376807"/>
                    <a:pt x="6350" y="1374775"/>
                  </a:cubicBezTo>
                  <a:cubicBezTo>
                    <a:pt x="4318" y="1372743"/>
                    <a:pt x="2794" y="1370457"/>
                    <a:pt x="1651" y="1367790"/>
                  </a:cubicBezTo>
                  <a:cubicBezTo>
                    <a:pt x="508" y="1365123"/>
                    <a:pt x="0" y="1362456"/>
                    <a:pt x="0" y="1359535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470772" y="6032649"/>
            <a:ext cx="3432172" cy="1508122"/>
            <a:chOff x="0" y="0"/>
            <a:chExt cx="3432175" cy="1508125"/>
          </a:xfrm>
        </p:grpSpPr>
        <p:sp>
          <p:nvSpPr>
            <p:cNvPr id="17" name="Freeform 17"/>
            <p:cNvSpPr/>
            <p:nvPr/>
          </p:nvSpPr>
          <p:spPr>
            <a:xfrm>
              <a:off x="73025" y="73025"/>
              <a:ext cx="3285998" cy="1361948"/>
            </a:xfrm>
            <a:custGeom>
              <a:avLst/>
              <a:gdLst/>
              <a:ahLst/>
              <a:cxnLst/>
              <a:rect l="l" t="t" r="r" b="b"/>
              <a:pathLst>
                <a:path w="3285998" h="1361948">
                  <a:moveTo>
                    <a:pt x="0" y="1295400"/>
                  </a:moveTo>
                  <a:lnTo>
                    <a:pt x="0" y="66675"/>
                  </a:ln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3274187" y="0"/>
                  </a:lnTo>
                  <a:cubicBezTo>
                    <a:pt x="3277489" y="0"/>
                    <a:pt x="3280283" y="1143"/>
                    <a:pt x="3282569" y="3429"/>
                  </a:cubicBezTo>
                  <a:cubicBezTo>
                    <a:pt x="3284855" y="5715"/>
                    <a:pt x="3285998" y="8509"/>
                    <a:pt x="3285998" y="11811"/>
                  </a:cubicBezTo>
                  <a:lnTo>
                    <a:pt x="3285998" y="1350137"/>
                  </a:lnTo>
                  <a:cubicBezTo>
                    <a:pt x="3285998" y="1353439"/>
                    <a:pt x="3284855" y="1356233"/>
                    <a:pt x="3282569" y="1358519"/>
                  </a:cubicBezTo>
                  <a:cubicBezTo>
                    <a:pt x="3280283" y="1360805"/>
                    <a:pt x="3277489" y="1361948"/>
                    <a:pt x="3274187" y="1361948"/>
                  </a:cubicBezTo>
                  <a:lnTo>
                    <a:pt x="66675" y="1361948"/>
                  </a:lnTo>
                  <a:cubicBezTo>
                    <a:pt x="62357" y="1361948"/>
                    <a:pt x="57912" y="1361567"/>
                    <a:pt x="53721" y="1360678"/>
                  </a:cubicBezTo>
                  <a:cubicBezTo>
                    <a:pt x="49530" y="1359789"/>
                    <a:pt x="45212" y="1358519"/>
                    <a:pt x="41275" y="1356868"/>
                  </a:cubicBezTo>
                  <a:cubicBezTo>
                    <a:pt x="37338" y="1355217"/>
                    <a:pt x="33401" y="1353185"/>
                    <a:pt x="29718" y="1350645"/>
                  </a:cubicBezTo>
                  <a:cubicBezTo>
                    <a:pt x="26035" y="1348105"/>
                    <a:pt x="22733" y="1345438"/>
                    <a:pt x="19558" y="1342390"/>
                  </a:cubicBezTo>
                  <a:cubicBezTo>
                    <a:pt x="16383" y="1339342"/>
                    <a:pt x="13716" y="1335913"/>
                    <a:pt x="11303" y="1332230"/>
                  </a:cubicBezTo>
                  <a:cubicBezTo>
                    <a:pt x="8890" y="1328547"/>
                    <a:pt x="6858" y="1324737"/>
                    <a:pt x="5080" y="1320673"/>
                  </a:cubicBezTo>
                  <a:cubicBezTo>
                    <a:pt x="3302" y="1316609"/>
                    <a:pt x="2159" y="1312418"/>
                    <a:pt x="1270" y="1308227"/>
                  </a:cubicBezTo>
                  <a:cubicBezTo>
                    <a:pt x="381" y="1304036"/>
                    <a:pt x="0" y="1299591"/>
                    <a:pt x="0" y="129527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63373" y="63500"/>
              <a:ext cx="3305175" cy="1381125"/>
            </a:xfrm>
            <a:custGeom>
              <a:avLst/>
              <a:gdLst/>
              <a:ahLst/>
              <a:cxnLst/>
              <a:rect l="l" t="t" r="r" b="b"/>
              <a:pathLst>
                <a:path w="3305175" h="1381125">
                  <a:moveTo>
                    <a:pt x="127" y="1304925"/>
                  </a:moveTo>
                  <a:lnTo>
                    <a:pt x="127" y="76200"/>
                  </a:lnTo>
                  <a:lnTo>
                    <a:pt x="9652" y="76200"/>
                  </a:lnTo>
                  <a:lnTo>
                    <a:pt x="127" y="76200"/>
                  </a:lnTo>
                  <a:cubicBezTo>
                    <a:pt x="127" y="71247"/>
                    <a:pt x="635" y="66294"/>
                    <a:pt x="1651" y="61341"/>
                  </a:cubicBezTo>
                  <a:lnTo>
                    <a:pt x="11049" y="63246"/>
                  </a:lnTo>
                  <a:lnTo>
                    <a:pt x="1651" y="61341"/>
                  </a:lnTo>
                  <a:cubicBezTo>
                    <a:pt x="2667" y="56388"/>
                    <a:pt x="4064" y="51689"/>
                    <a:pt x="5969" y="46990"/>
                  </a:cubicBezTo>
                  <a:lnTo>
                    <a:pt x="14732" y="50673"/>
                  </a:lnTo>
                  <a:lnTo>
                    <a:pt x="5969" y="46990"/>
                  </a:lnTo>
                  <a:cubicBezTo>
                    <a:pt x="7874" y="42418"/>
                    <a:pt x="10287" y="37973"/>
                    <a:pt x="12954" y="33782"/>
                  </a:cubicBezTo>
                  <a:lnTo>
                    <a:pt x="20828" y="39116"/>
                  </a:lnTo>
                  <a:lnTo>
                    <a:pt x="12954" y="33782"/>
                  </a:lnTo>
                  <a:cubicBezTo>
                    <a:pt x="15748" y="29591"/>
                    <a:pt x="18923" y="25781"/>
                    <a:pt x="22479" y="22225"/>
                  </a:cubicBezTo>
                  <a:cubicBezTo>
                    <a:pt x="26035" y="18669"/>
                    <a:pt x="29845" y="15494"/>
                    <a:pt x="34036" y="12700"/>
                  </a:cubicBezTo>
                  <a:lnTo>
                    <a:pt x="39370" y="20574"/>
                  </a:lnTo>
                  <a:lnTo>
                    <a:pt x="34036" y="12700"/>
                  </a:lnTo>
                  <a:cubicBezTo>
                    <a:pt x="38227" y="9906"/>
                    <a:pt x="42545" y="7620"/>
                    <a:pt x="47244" y="5715"/>
                  </a:cubicBezTo>
                  <a:cubicBezTo>
                    <a:pt x="51816" y="3810"/>
                    <a:pt x="56642" y="2413"/>
                    <a:pt x="61595" y="1397"/>
                  </a:cubicBez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3283839" y="0"/>
                  </a:lnTo>
                  <a:lnTo>
                    <a:pt x="3283839" y="9525"/>
                  </a:lnTo>
                  <a:lnTo>
                    <a:pt x="3283839" y="0"/>
                  </a:lnTo>
                  <a:cubicBezTo>
                    <a:pt x="3289681" y="0"/>
                    <a:pt x="3294888" y="2159"/>
                    <a:pt x="3298952" y="6223"/>
                  </a:cubicBezTo>
                  <a:lnTo>
                    <a:pt x="3292221" y="12954"/>
                  </a:lnTo>
                  <a:lnTo>
                    <a:pt x="3298952" y="6223"/>
                  </a:lnTo>
                  <a:cubicBezTo>
                    <a:pt x="3303016" y="10287"/>
                    <a:pt x="3305175" y="15621"/>
                    <a:pt x="3305175" y="21336"/>
                  </a:cubicBezTo>
                  <a:lnTo>
                    <a:pt x="3295650" y="21336"/>
                  </a:lnTo>
                  <a:lnTo>
                    <a:pt x="3305175" y="21336"/>
                  </a:lnTo>
                  <a:lnTo>
                    <a:pt x="3305175" y="1359662"/>
                  </a:lnTo>
                  <a:lnTo>
                    <a:pt x="3295650" y="1359662"/>
                  </a:lnTo>
                  <a:lnTo>
                    <a:pt x="3305175" y="1359662"/>
                  </a:lnTo>
                  <a:cubicBezTo>
                    <a:pt x="3305175" y="1365504"/>
                    <a:pt x="3303016" y="1370711"/>
                    <a:pt x="3298952" y="1374775"/>
                  </a:cubicBezTo>
                  <a:lnTo>
                    <a:pt x="3292221" y="1368044"/>
                  </a:lnTo>
                  <a:lnTo>
                    <a:pt x="3298952" y="1374775"/>
                  </a:lnTo>
                  <a:cubicBezTo>
                    <a:pt x="3294888" y="1378839"/>
                    <a:pt x="3289554" y="1380998"/>
                    <a:pt x="3283839" y="1380998"/>
                  </a:cubicBezTo>
                  <a:lnTo>
                    <a:pt x="76327" y="1380998"/>
                  </a:lnTo>
                  <a:lnTo>
                    <a:pt x="76327" y="1371600"/>
                  </a:lnTo>
                  <a:lnTo>
                    <a:pt x="76327" y="1381125"/>
                  </a:lnTo>
                  <a:cubicBezTo>
                    <a:pt x="71374" y="1381125"/>
                    <a:pt x="66421" y="1380617"/>
                    <a:pt x="61468" y="1379601"/>
                  </a:cubicBezTo>
                  <a:lnTo>
                    <a:pt x="63373" y="1370203"/>
                  </a:lnTo>
                  <a:lnTo>
                    <a:pt x="61468" y="1379601"/>
                  </a:lnTo>
                  <a:cubicBezTo>
                    <a:pt x="56515" y="1378585"/>
                    <a:pt x="51816" y="1377188"/>
                    <a:pt x="47117" y="1375283"/>
                  </a:cubicBezTo>
                  <a:cubicBezTo>
                    <a:pt x="42545" y="1373378"/>
                    <a:pt x="38100" y="1370965"/>
                    <a:pt x="33909" y="1368298"/>
                  </a:cubicBezTo>
                  <a:cubicBezTo>
                    <a:pt x="29718" y="1365504"/>
                    <a:pt x="25908" y="1362329"/>
                    <a:pt x="22352" y="1358773"/>
                  </a:cubicBezTo>
                  <a:cubicBezTo>
                    <a:pt x="18796" y="1355217"/>
                    <a:pt x="15621" y="1351407"/>
                    <a:pt x="12827" y="1347216"/>
                  </a:cubicBezTo>
                  <a:cubicBezTo>
                    <a:pt x="10033" y="1343025"/>
                    <a:pt x="7747" y="1338707"/>
                    <a:pt x="5842" y="1334008"/>
                  </a:cubicBezTo>
                  <a:lnTo>
                    <a:pt x="14605" y="1330325"/>
                  </a:lnTo>
                  <a:lnTo>
                    <a:pt x="5842" y="1334008"/>
                  </a:lnTo>
                  <a:cubicBezTo>
                    <a:pt x="3937" y="1329436"/>
                    <a:pt x="2540" y="1324610"/>
                    <a:pt x="1524" y="1319657"/>
                  </a:cubicBezTo>
                  <a:cubicBezTo>
                    <a:pt x="508" y="1314704"/>
                    <a:pt x="0" y="1309751"/>
                    <a:pt x="0" y="1304798"/>
                  </a:cubicBezTo>
                  <a:lnTo>
                    <a:pt x="9525" y="1304798"/>
                  </a:lnTo>
                  <a:lnTo>
                    <a:pt x="127" y="1304798"/>
                  </a:lnTo>
                  <a:moveTo>
                    <a:pt x="19177" y="1304798"/>
                  </a:moveTo>
                  <a:cubicBezTo>
                    <a:pt x="19177" y="1308608"/>
                    <a:pt x="19558" y="1312291"/>
                    <a:pt x="20320" y="1315974"/>
                  </a:cubicBezTo>
                  <a:lnTo>
                    <a:pt x="10922" y="1317879"/>
                  </a:lnTo>
                  <a:lnTo>
                    <a:pt x="20320" y="1315974"/>
                  </a:lnTo>
                  <a:cubicBezTo>
                    <a:pt x="21082" y="1319657"/>
                    <a:pt x="22098" y="1323213"/>
                    <a:pt x="23622" y="1326642"/>
                  </a:cubicBezTo>
                  <a:cubicBezTo>
                    <a:pt x="25019" y="1330071"/>
                    <a:pt x="26797" y="1333373"/>
                    <a:pt x="28956" y="1336548"/>
                  </a:cubicBezTo>
                  <a:lnTo>
                    <a:pt x="21082" y="1341882"/>
                  </a:lnTo>
                  <a:lnTo>
                    <a:pt x="28956" y="1336548"/>
                  </a:lnTo>
                  <a:cubicBezTo>
                    <a:pt x="30988" y="1339723"/>
                    <a:pt x="33401" y="1342517"/>
                    <a:pt x="36068" y="1345184"/>
                  </a:cubicBezTo>
                  <a:lnTo>
                    <a:pt x="29337" y="1351915"/>
                  </a:lnTo>
                  <a:lnTo>
                    <a:pt x="36068" y="1345184"/>
                  </a:lnTo>
                  <a:cubicBezTo>
                    <a:pt x="38735" y="1347851"/>
                    <a:pt x="41656" y="1350264"/>
                    <a:pt x="44704" y="1352296"/>
                  </a:cubicBezTo>
                  <a:lnTo>
                    <a:pt x="39370" y="1360170"/>
                  </a:lnTo>
                  <a:lnTo>
                    <a:pt x="44704" y="1352296"/>
                  </a:lnTo>
                  <a:cubicBezTo>
                    <a:pt x="47879" y="1354328"/>
                    <a:pt x="51054" y="1356106"/>
                    <a:pt x="54610" y="1357630"/>
                  </a:cubicBezTo>
                  <a:lnTo>
                    <a:pt x="50927" y="1366393"/>
                  </a:lnTo>
                  <a:lnTo>
                    <a:pt x="54610" y="1357630"/>
                  </a:lnTo>
                  <a:cubicBezTo>
                    <a:pt x="58039" y="1359027"/>
                    <a:pt x="61595" y="1360170"/>
                    <a:pt x="65278" y="1360932"/>
                  </a:cubicBezTo>
                  <a:cubicBezTo>
                    <a:pt x="68961" y="1361694"/>
                    <a:pt x="72644" y="1362075"/>
                    <a:pt x="76454" y="1362075"/>
                  </a:cubicBezTo>
                  <a:lnTo>
                    <a:pt x="3283839" y="1362075"/>
                  </a:lnTo>
                  <a:lnTo>
                    <a:pt x="3283839" y="1371600"/>
                  </a:lnTo>
                  <a:lnTo>
                    <a:pt x="3283839" y="1362075"/>
                  </a:lnTo>
                  <a:cubicBezTo>
                    <a:pt x="3284601" y="1362075"/>
                    <a:pt x="3284982" y="1361948"/>
                    <a:pt x="3285490" y="1361440"/>
                  </a:cubicBezTo>
                  <a:cubicBezTo>
                    <a:pt x="3285998" y="1360932"/>
                    <a:pt x="3286125" y="1360551"/>
                    <a:pt x="3286125" y="1359789"/>
                  </a:cubicBezTo>
                  <a:lnTo>
                    <a:pt x="3286125" y="21463"/>
                  </a:lnTo>
                  <a:cubicBezTo>
                    <a:pt x="3286125" y="20701"/>
                    <a:pt x="3285998" y="20320"/>
                    <a:pt x="3285490" y="19812"/>
                  </a:cubicBezTo>
                  <a:cubicBezTo>
                    <a:pt x="3284982" y="19304"/>
                    <a:pt x="3284601" y="19177"/>
                    <a:pt x="3283839" y="19177"/>
                  </a:cubicBezTo>
                  <a:lnTo>
                    <a:pt x="76327" y="19177"/>
                  </a:lnTo>
                  <a:cubicBezTo>
                    <a:pt x="72517" y="19177"/>
                    <a:pt x="68834" y="19558"/>
                    <a:pt x="65151" y="20320"/>
                  </a:cubicBezTo>
                  <a:lnTo>
                    <a:pt x="63246" y="10922"/>
                  </a:lnTo>
                  <a:lnTo>
                    <a:pt x="65151" y="20320"/>
                  </a:lnTo>
                  <a:cubicBezTo>
                    <a:pt x="61468" y="21082"/>
                    <a:pt x="57912" y="22098"/>
                    <a:pt x="54483" y="23622"/>
                  </a:cubicBezTo>
                  <a:lnTo>
                    <a:pt x="50800" y="14859"/>
                  </a:lnTo>
                  <a:lnTo>
                    <a:pt x="54483" y="23622"/>
                  </a:lnTo>
                  <a:cubicBezTo>
                    <a:pt x="51054" y="25019"/>
                    <a:pt x="47752" y="26797"/>
                    <a:pt x="44577" y="28956"/>
                  </a:cubicBezTo>
                  <a:cubicBezTo>
                    <a:pt x="41402" y="30988"/>
                    <a:pt x="38608" y="33401"/>
                    <a:pt x="35941" y="36068"/>
                  </a:cubicBezTo>
                  <a:lnTo>
                    <a:pt x="29210" y="29337"/>
                  </a:lnTo>
                  <a:lnTo>
                    <a:pt x="35941" y="36068"/>
                  </a:lnTo>
                  <a:cubicBezTo>
                    <a:pt x="33274" y="38735"/>
                    <a:pt x="30861" y="41656"/>
                    <a:pt x="28829" y="44704"/>
                  </a:cubicBezTo>
                  <a:cubicBezTo>
                    <a:pt x="26797" y="47879"/>
                    <a:pt x="25019" y="51054"/>
                    <a:pt x="23495" y="54610"/>
                  </a:cubicBezTo>
                  <a:cubicBezTo>
                    <a:pt x="22098" y="58039"/>
                    <a:pt x="20955" y="61595"/>
                    <a:pt x="20193" y="65278"/>
                  </a:cubicBezTo>
                  <a:cubicBezTo>
                    <a:pt x="19431" y="68961"/>
                    <a:pt x="19050" y="72644"/>
                    <a:pt x="19050" y="76454"/>
                  </a:cubicBezTo>
                  <a:lnTo>
                    <a:pt x="19050" y="1305179"/>
                  </a:ln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373" y="63500"/>
              <a:ext cx="76327" cy="1381125"/>
            </a:xfrm>
            <a:custGeom>
              <a:avLst/>
              <a:gdLst/>
              <a:ahLst/>
              <a:cxnLst/>
              <a:rect l="l" t="t" r="r" b="b"/>
              <a:pathLst>
                <a:path w="76327" h="1381125">
                  <a:moveTo>
                    <a:pt x="127" y="1359662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524"/>
                  </a:cubicBezTo>
                  <a:cubicBezTo>
                    <a:pt x="16129" y="381"/>
                    <a:pt x="18669" y="0"/>
                    <a:pt x="21590" y="0"/>
                  </a:cubicBezTo>
                  <a:lnTo>
                    <a:pt x="76327" y="0"/>
                  </a:lnTo>
                  <a:lnTo>
                    <a:pt x="76327" y="1381125"/>
                  </a:lnTo>
                  <a:lnTo>
                    <a:pt x="21590" y="1381125"/>
                  </a:lnTo>
                  <a:cubicBezTo>
                    <a:pt x="18796" y="1381125"/>
                    <a:pt x="16002" y="1380617"/>
                    <a:pt x="13335" y="1379474"/>
                  </a:cubicBezTo>
                  <a:cubicBezTo>
                    <a:pt x="10668" y="1378331"/>
                    <a:pt x="8382" y="1376807"/>
                    <a:pt x="6350" y="1374775"/>
                  </a:cubicBezTo>
                  <a:cubicBezTo>
                    <a:pt x="4318" y="1372743"/>
                    <a:pt x="2794" y="1370457"/>
                    <a:pt x="1651" y="1367790"/>
                  </a:cubicBezTo>
                  <a:cubicBezTo>
                    <a:pt x="508" y="1365123"/>
                    <a:pt x="0" y="1362456"/>
                    <a:pt x="0" y="1359535"/>
                  </a:cubicBezTo>
                  <a:close/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00075" y="1909543"/>
            <a:ext cx="7810405" cy="620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Scalable Biomedical Triplet Extraction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97403" y="4698216"/>
            <a:ext cx="581263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Head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97403" y="3107541"/>
            <a:ext cx="2460212" cy="1022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GLiNER-Relex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Specialized zero-shot relation extraction model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92131" y="4698216"/>
            <a:ext cx="970750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 Relation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97403" y="6222216"/>
            <a:ext cx="2258463" cy="1012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6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Scale Without Labels</a:t>
            </a:r>
          </a:p>
          <a:p>
            <a:pPr algn="l">
              <a:lnSpc>
                <a:spcPts val="210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No large manual annotation required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68697" y="4698216"/>
            <a:ext cx="444789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 Tail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97403" y="5162055"/>
            <a:ext cx="1967913" cy="524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Structured triplets from unstructured text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67246" y="4679194"/>
            <a:ext cx="229476" cy="307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43812" y="4679194"/>
            <a:ext cx="229476" cy="307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1232108"/>
            <a:ext cx="11556997" cy="7185022"/>
            <a:chOff x="0" y="0"/>
            <a:chExt cx="11557000" cy="71850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1430000" cy="7058025"/>
            </a:xfrm>
            <a:custGeom>
              <a:avLst/>
              <a:gdLst/>
              <a:ahLst/>
              <a:cxnLst/>
              <a:rect l="l" t="t" r="r" b="b"/>
              <a:pathLst>
                <a:path w="11430000" h="7058025">
                  <a:moveTo>
                    <a:pt x="0" y="0"/>
                  </a:moveTo>
                  <a:lnTo>
                    <a:pt x="0" y="7058025"/>
                  </a:lnTo>
                  <a:lnTo>
                    <a:pt x="11430000" y="70580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4" name="Freeform 4"/>
            <p:cNvSpPr/>
            <p:nvPr/>
          </p:nvSpPr>
          <p:spPr>
            <a:xfrm>
              <a:off x="68326" y="68326"/>
              <a:ext cx="11420348" cy="7048500"/>
            </a:xfrm>
            <a:custGeom>
              <a:avLst/>
              <a:gdLst/>
              <a:ahLst/>
              <a:cxnLst/>
              <a:rect l="l" t="t" r="r" b="b"/>
              <a:pathLst>
                <a:path w="11420348" h="7048500">
                  <a:moveTo>
                    <a:pt x="0" y="0"/>
                  </a:moveTo>
                  <a:lnTo>
                    <a:pt x="0" y="7048500"/>
                  </a:lnTo>
                  <a:lnTo>
                    <a:pt x="11420348" y="7048500"/>
                  </a:lnTo>
                  <a:lnTo>
                    <a:pt x="11420348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1430000" cy="7058025"/>
            </a:xfrm>
            <a:custGeom>
              <a:avLst/>
              <a:gdLst/>
              <a:ahLst/>
              <a:cxnLst/>
              <a:rect l="l" t="t" r="r" b="b"/>
              <a:pathLst>
                <a:path w="11430000" h="7058025">
                  <a:moveTo>
                    <a:pt x="0" y="0"/>
                  </a:moveTo>
                  <a:lnTo>
                    <a:pt x="0" y="7058025"/>
                  </a:lnTo>
                  <a:lnTo>
                    <a:pt x="11430000" y="70580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0075" y="2781511"/>
            <a:ext cx="4905375" cy="4905375"/>
            <a:chOff x="0" y="0"/>
            <a:chExt cx="6540500" cy="6540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540500" cy="6540500"/>
            </a:xfrm>
            <a:custGeom>
              <a:avLst/>
              <a:gdLst/>
              <a:ahLst/>
              <a:cxnLst/>
              <a:rect l="l" t="t" r="r" b="b"/>
              <a:pathLst>
                <a:path w="6540500" h="65405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6511925"/>
                  </a:lnTo>
                  <a:cubicBezTo>
                    <a:pt x="0" y="6519799"/>
                    <a:pt x="2794" y="6526530"/>
                    <a:pt x="8382" y="6532118"/>
                  </a:cubicBezTo>
                  <a:cubicBezTo>
                    <a:pt x="13970" y="6537706"/>
                    <a:pt x="20701" y="6540500"/>
                    <a:pt x="28575" y="6540500"/>
                  </a:cubicBezTo>
                  <a:lnTo>
                    <a:pt x="6511925" y="6540500"/>
                  </a:lnTo>
                  <a:cubicBezTo>
                    <a:pt x="6519799" y="6540500"/>
                    <a:pt x="6526530" y="6537706"/>
                    <a:pt x="6532118" y="6532118"/>
                  </a:cubicBezTo>
                  <a:cubicBezTo>
                    <a:pt x="6537706" y="6526530"/>
                    <a:pt x="6540500" y="6519799"/>
                    <a:pt x="6540500" y="6511925"/>
                  </a:cubicBezTo>
                  <a:lnTo>
                    <a:pt x="6540500" y="28575"/>
                  </a:lnTo>
                  <a:cubicBezTo>
                    <a:pt x="6540500" y="20701"/>
                    <a:pt x="6537706" y="13970"/>
                    <a:pt x="6532118" y="8382"/>
                  </a:cubicBezTo>
                  <a:cubicBezTo>
                    <a:pt x="6526530" y="2794"/>
                    <a:pt x="6519799" y="0"/>
                    <a:pt x="6511925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00075" y="1700052"/>
            <a:ext cx="9974866" cy="620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Experimental Findings vs. Mentioned Knowledge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33627" y="4526825"/>
            <a:ext cx="4391463" cy="130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1771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Why It Matters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Contextual cue words classify </a:t>
            </a:r>
            <a:r>
              <a:rPr lang="en-US" sz="1350" b="1">
                <a:solidFill>
                  <a:srgbClr val="E04F00"/>
                </a:solidFill>
                <a:latin typeface="DM Sans Bold"/>
                <a:ea typeface="DM Sans Bold"/>
                <a:cs typeface="DM Sans Bold"/>
                <a:sym typeface="DM Sans Bold"/>
              </a:rPr>
              <a:t>statement strength</a:t>
            </a: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— separating novel evidence from background mention improves downstream reasoning quality.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0075" y="4187876"/>
            <a:ext cx="2371725" cy="619125"/>
            <a:chOff x="0" y="0"/>
            <a:chExt cx="2371725" cy="619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852" cy="619252"/>
            </a:xfrm>
            <a:custGeom>
              <a:avLst/>
              <a:gdLst/>
              <a:ahLst/>
              <a:cxnLst/>
              <a:rect l="l" t="t" r="r" b="b"/>
              <a:pathLst>
                <a:path w="2371852" h="619252">
                  <a:moveTo>
                    <a:pt x="0" y="5976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2350262" y="0"/>
                  </a:lnTo>
                  <a:cubicBezTo>
                    <a:pt x="2353056" y="0"/>
                    <a:pt x="2355850" y="508"/>
                    <a:pt x="2358517" y="1651"/>
                  </a:cubicBezTo>
                  <a:cubicBezTo>
                    <a:pt x="2361184" y="2794"/>
                    <a:pt x="2363470" y="4318"/>
                    <a:pt x="2365502" y="6350"/>
                  </a:cubicBezTo>
                  <a:cubicBezTo>
                    <a:pt x="2367534" y="8382"/>
                    <a:pt x="2369058" y="10668"/>
                    <a:pt x="2370201" y="13335"/>
                  </a:cubicBezTo>
                  <a:cubicBezTo>
                    <a:pt x="2371344" y="16002"/>
                    <a:pt x="2371852" y="18669"/>
                    <a:pt x="2371852" y="21590"/>
                  </a:cubicBezTo>
                  <a:lnTo>
                    <a:pt x="2371852" y="597662"/>
                  </a:lnTo>
                  <a:cubicBezTo>
                    <a:pt x="2371852" y="600456"/>
                    <a:pt x="2371344" y="603250"/>
                    <a:pt x="2370201" y="605917"/>
                  </a:cubicBezTo>
                  <a:cubicBezTo>
                    <a:pt x="2369058" y="608584"/>
                    <a:pt x="2367534" y="610870"/>
                    <a:pt x="2365502" y="612902"/>
                  </a:cubicBezTo>
                  <a:cubicBezTo>
                    <a:pt x="2363470" y="614934"/>
                    <a:pt x="2361184" y="616458"/>
                    <a:pt x="2358517" y="617601"/>
                  </a:cubicBezTo>
                  <a:cubicBezTo>
                    <a:pt x="2355850" y="618744"/>
                    <a:pt x="2353183" y="619252"/>
                    <a:pt x="2350262" y="619252"/>
                  </a:cubicBezTo>
                  <a:lnTo>
                    <a:pt x="21463" y="619252"/>
                  </a:lnTo>
                  <a:cubicBezTo>
                    <a:pt x="18669" y="619252"/>
                    <a:pt x="15875" y="618744"/>
                    <a:pt x="13208" y="617601"/>
                  </a:cubicBezTo>
                  <a:cubicBezTo>
                    <a:pt x="10541" y="616458"/>
                    <a:pt x="8255" y="614934"/>
                    <a:pt x="6223" y="612902"/>
                  </a:cubicBezTo>
                  <a:cubicBezTo>
                    <a:pt x="4191" y="610870"/>
                    <a:pt x="2667" y="608584"/>
                    <a:pt x="1524" y="605917"/>
                  </a:cubicBezTo>
                  <a:cubicBezTo>
                    <a:pt x="381" y="603250"/>
                    <a:pt x="0" y="600583"/>
                    <a:pt x="0" y="597662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00075" y="4978451"/>
            <a:ext cx="2371725" cy="628650"/>
            <a:chOff x="0" y="0"/>
            <a:chExt cx="2371725" cy="6286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71852" cy="628777"/>
            </a:xfrm>
            <a:custGeom>
              <a:avLst/>
              <a:gdLst/>
              <a:ahLst/>
              <a:cxnLst/>
              <a:rect l="l" t="t" r="r" b="b"/>
              <a:pathLst>
                <a:path w="2371852" h="628777">
                  <a:moveTo>
                    <a:pt x="0" y="60718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2350262" y="0"/>
                  </a:lnTo>
                  <a:cubicBezTo>
                    <a:pt x="2353056" y="0"/>
                    <a:pt x="2355850" y="508"/>
                    <a:pt x="2358517" y="1651"/>
                  </a:cubicBezTo>
                  <a:cubicBezTo>
                    <a:pt x="2361184" y="2794"/>
                    <a:pt x="2363470" y="4318"/>
                    <a:pt x="2365502" y="6350"/>
                  </a:cubicBezTo>
                  <a:cubicBezTo>
                    <a:pt x="2367534" y="8382"/>
                    <a:pt x="2369058" y="10668"/>
                    <a:pt x="2370201" y="13335"/>
                  </a:cubicBezTo>
                  <a:cubicBezTo>
                    <a:pt x="2371344" y="16002"/>
                    <a:pt x="2371852" y="18669"/>
                    <a:pt x="2371852" y="21590"/>
                  </a:cubicBezTo>
                  <a:lnTo>
                    <a:pt x="2371852" y="607187"/>
                  </a:lnTo>
                  <a:cubicBezTo>
                    <a:pt x="2371852" y="609981"/>
                    <a:pt x="2371344" y="612775"/>
                    <a:pt x="2370201" y="615442"/>
                  </a:cubicBezTo>
                  <a:cubicBezTo>
                    <a:pt x="2369058" y="618109"/>
                    <a:pt x="2367534" y="620395"/>
                    <a:pt x="2365502" y="622427"/>
                  </a:cubicBezTo>
                  <a:cubicBezTo>
                    <a:pt x="2363470" y="624459"/>
                    <a:pt x="2361184" y="625983"/>
                    <a:pt x="2358517" y="627126"/>
                  </a:cubicBezTo>
                  <a:cubicBezTo>
                    <a:pt x="2355850" y="628269"/>
                    <a:pt x="2353183" y="628777"/>
                    <a:pt x="2350262" y="628777"/>
                  </a:cubicBezTo>
                  <a:lnTo>
                    <a:pt x="21463" y="628777"/>
                  </a:lnTo>
                  <a:cubicBezTo>
                    <a:pt x="18669" y="628777"/>
                    <a:pt x="15875" y="628269"/>
                    <a:pt x="13208" y="627126"/>
                  </a:cubicBezTo>
                  <a:cubicBezTo>
                    <a:pt x="10541" y="625983"/>
                    <a:pt x="8255" y="624459"/>
                    <a:pt x="6223" y="622427"/>
                  </a:cubicBezTo>
                  <a:cubicBezTo>
                    <a:pt x="4191" y="620395"/>
                    <a:pt x="2667" y="618109"/>
                    <a:pt x="1524" y="615442"/>
                  </a:cubicBezTo>
                  <a:cubicBezTo>
                    <a:pt x="381" y="612775"/>
                    <a:pt x="0" y="610108"/>
                    <a:pt x="0" y="607187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0075" y="5778551"/>
            <a:ext cx="4905375" cy="619125"/>
            <a:chOff x="0" y="0"/>
            <a:chExt cx="4905375" cy="6191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05502" cy="619252"/>
            </a:xfrm>
            <a:custGeom>
              <a:avLst/>
              <a:gdLst/>
              <a:ahLst/>
              <a:cxnLst/>
              <a:rect l="l" t="t" r="r" b="b"/>
              <a:pathLst>
                <a:path w="4905502" h="619252">
                  <a:moveTo>
                    <a:pt x="0" y="5976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4883912" y="0"/>
                  </a:lnTo>
                  <a:cubicBezTo>
                    <a:pt x="4886706" y="0"/>
                    <a:pt x="4889500" y="508"/>
                    <a:pt x="4892167" y="1651"/>
                  </a:cubicBezTo>
                  <a:cubicBezTo>
                    <a:pt x="4894834" y="2794"/>
                    <a:pt x="4897120" y="4318"/>
                    <a:pt x="4899152" y="6350"/>
                  </a:cubicBezTo>
                  <a:cubicBezTo>
                    <a:pt x="4901184" y="8382"/>
                    <a:pt x="4902708" y="10668"/>
                    <a:pt x="4903851" y="13335"/>
                  </a:cubicBezTo>
                  <a:cubicBezTo>
                    <a:pt x="4904994" y="16002"/>
                    <a:pt x="4905502" y="18669"/>
                    <a:pt x="4905502" y="21590"/>
                  </a:cubicBezTo>
                  <a:lnTo>
                    <a:pt x="4905502" y="597662"/>
                  </a:lnTo>
                  <a:cubicBezTo>
                    <a:pt x="4905502" y="600456"/>
                    <a:pt x="4904994" y="603250"/>
                    <a:pt x="4903851" y="605917"/>
                  </a:cubicBezTo>
                  <a:cubicBezTo>
                    <a:pt x="4902708" y="608584"/>
                    <a:pt x="4901184" y="610870"/>
                    <a:pt x="4899152" y="612902"/>
                  </a:cubicBezTo>
                  <a:cubicBezTo>
                    <a:pt x="4897120" y="614934"/>
                    <a:pt x="4894834" y="616458"/>
                    <a:pt x="4892167" y="617601"/>
                  </a:cubicBezTo>
                  <a:cubicBezTo>
                    <a:pt x="4889500" y="618744"/>
                    <a:pt x="4886833" y="619252"/>
                    <a:pt x="4883912" y="619252"/>
                  </a:cubicBezTo>
                  <a:lnTo>
                    <a:pt x="21463" y="619252"/>
                  </a:lnTo>
                  <a:cubicBezTo>
                    <a:pt x="18669" y="619252"/>
                    <a:pt x="15875" y="618744"/>
                    <a:pt x="13208" y="617601"/>
                  </a:cubicBezTo>
                  <a:cubicBezTo>
                    <a:pt x="10541" y="616458"/>
                    <a:pt x="8255" y="614934"/>
                    <a:pt x="6223" y="612902"/>
                  </a:cubicBezTo>
                  <a:cubicBezTo>
                    <a:pt x="4191" y="610870"/>
                    <a:pt x="2667" y="608584"/>
                    <a:pt x="1524" y="605917"/>
                  </a:cubicBezTo>
                  <a:cubicBezTo>
                    <a:pt x="381" y="603250"/>
                    <a:pt x="0" y="600583"/>
                    <a:pt x="0" y="597662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143250" y="4187876"/>
            <a:ext cx="2362200" cy="619125"/>
            <a:chOff x="0" y="0"/>
            <a:chExt cx="2362200" cy="6191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62327" cy="619252"/>
            </a:xfrm>
            <a:custGeom>
              <a:avLst/>
              <a:gdLst/>
              <a:ahLst/>
              <a:cxnLst/>
              <a:rect l="l" t="t" r="r" b="b"/>
              <a:pathLst>
                <a:path w="2362327" h="619252">
                  <a:moveTo>
                    <a:pt x="0" y="5976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2340737" y="0"/>
                  </a:lnTo>
                  <a:cubicBezTo>
                    <a:pt x="2343531" y="0"/>
                    <a:pt x="2346325" y="508"/>
                    <a:pt x="2348992" y="1651"/>
                  </a:cubicBezTo>
                  <a:cubicBezTo>
                    <a:pt x="2351659" y="2794"/>
                    <a:pt x="2353945" y="4318"/>
                    <a:pt x="2355977" y="6350"/>
                  </a:cubicBezTo>
                  <a:cubicBezTo>
                    <a:pt x="2358009" y="8382"/>
                    <a:pt x="2359533" y="10668"/>
                    <a:pt x="2360676" y="13335"/>
                  </a:cubicBezTo>
                  <a:cubicBezTo>
                    <a:pt x="2361819" y="16002"/>
                    <a:pt x="2362327" y="18669"/>
                    <a:pt x="2362327" y="21590"/>
                  </a:cubicBezTo>
                  <a:lnTo>
                    <a:pt x="2362327" y="597662"/>
                  </a:lnTo>
                  <a:cubicBezTo>
                    <a:pt x="2362327" y="600456"/>
                    <a:pt x="2361819" y="603250"/>
                    <a:pt x="2360676" y="605917"/>
                  </a:cubicBezTo>
                  <a:cubicBezTo>
                    <a:pt x="2359533" y="608584"/>
                    <a:pt x="2358009" y="610870"/>
                    <a:pt x="2355977" y="612902"/>
                  </a:cubicBezTo>
                  <a:cubicBezTo>
                    <a:pt x="2353945" y="614934"/>
                    <a:pt x="2351659" y="616458"/>
                    <a:pt x="2348992" y="617601"/>
                  </a:cubicBezTo>
                  <a:cubicBezTo>
                    <a:pt x="2346325" y="618744"/>
                    <a:pt x="2343658" y="619252"/>
                    <a:pt x="2340737" y="619252"/>
                  </a:cubicBezTo>
                  <a:lnTo>
                    <a:pt x="21463" y="619252"/>
                  </a:lnTo>
                  <a:cubicBezTo>
                    <a:pt x="18669" y="619252"/>
                    <a:pt x="15875" y="618744"/>
                    <a:pt x="13208" y="617601"/>
                  </a:cubicBezTo>
                  <a:cubicBezTo>
                    <a:pt x="10541" y="616458"/>
                    <a:pt x="8255" y="614934"/>
                    <a:pt x="6223" y="612902"/>
                  </a:cubicBezTo>
                  <a:cubicBezTo>
                    <a:pt x="4191" y="610870"/>
                    <a:pt x="2667" y="608584"/>
                    <a:pt x="1524" y="605917"/>
                  </a:cubicBezTo>
                  <a:cubicBezTo>
                    <a:pt x="381" y="603250"/>
                    <a:pt x="0" y="600583"/>
                    <a:pt x="0" y="597662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143250" y="4978451"/>
            <a:ext cx="2362200" cy="628650"/>
            <a:chOff x="0" y="0"/>
            <a:chExt cx="2362200" cy="6286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62327" cy="628777"/>
            </a:xfrm>
            <a:custGeom>
              <a:avLst/>
              <a:gdLst/>
              <a:ahLst/>
              <a:cxnLst/>
              <a:rect l="l" t="t" r="r" b="b"/>
              <a:pathLst>
                <a:path w="2362327" h="628777">
                  <a:moveTo>
                    <a:pt x="0" y="60718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2340737" y="0"/>
                  </a:lnTo>
                  <a:cubicBezTo>
                    <a:pt x="2343531" y="0"/>
                    <a:pt x="2346325" y="508"/>
                    <a:pt x="2348992" y="1651"/>
                  </a:cubicBezTo>
                  <a:cubicBezTo>
                    <a:pt x="2351659" y="2794"/>
                    <a:pt x="2353945" y="4318"/>
                    <a:pt x="2355977" y="6350"/>
                  </a:cubicBezTo>
                  <a:cubicBezTo>
                    <a:pt x="2358009" y="8382"/>
                    <a:pt x="2359533" y="10668"/>
                    <a:pt x="2360676" y="13335"/>
                  </a:cubicBezTo>
                  <a:cubicBezTo>
                    <a:pt x="2361819" y="16002"/>
                    <a:pt x="2362327" y="18669"/>
                    <a:pt x="2362327" y="21590"/>
                  </a:cubicBezTo>
                  <a:lnTo>
                    <a:pt x="2362327" y="607187"/>
                  </a:lnTo>
                  <a:cubicBezTo>
                    <a:pt x="2362327" y="609981"/>
                    <a:pt x="2361819" y="612775"/>
                    <a:pt x="2360676" y="615442"/>
                  </a:cubicBezTo>
                  <a:cubicBezTo>
                    <a:pt x="2359533" y="618109"/>
                    <a:pt x="2358009" y="620395"/>
                    <a:pt x="2355977" y="622427"/>
                  </a:cubicBezTo>
                  <a:cubicBezTo>
                    <a:pt x="2353945" y="624459"/>
                    <a:pt x="2351659" y="625983"/>
                    <a:pt x="2348992" y="627126"/>
                  </a:cubicBezTo>
                  <a:cubicBezTo>
                    <a:pt x="2346325" y="628269"/>
                    <a:pt x="2343658" y="628777"/>
                    <a:pt x="2340737" y="628777"/>
                  </a:cubicBezTo>
                  <a:lnTo>
                    <a:pt x="21463" y="628777"/>
                  </a:lnTo>
                  <a:cubicBezTo>
                    <a:pt x="18669" y="628777"/>
                    <a:pt x="15875" y="628269"/>
                    <a:pt x="13208" y="627126"/>
                  </a:cubicBezTo>
                  <a:cubicBezTo>
                    <a:pt x="10541" y="625983"/>
                    <a:pt x="8255" y="624459"/>
                    <a:pt x="6223" y="622427"/>
                  </a:cubicBezTo>
                  <a:cubicBezTo>
                    <a:pt x="4191" y="620395"/>
                    <a:pt x="2667" y="618109"/>
                    <a:pt x="1524" y="615442"/>
                  </a:cubicBezTo>
                  <a:cubicBezTo>
                    <a:pt x="381" y="612775"/>
                    <a:pt x="0" y="610108"/>
                    <a:pt x="0" y="607187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34075" y="4187876"/>
            <a:ext cx="2362200" cy="619125"/>
            <a:chOff x="0" y="0"/>
            <a:chExt cx="2362200" cy="6191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62327" cy="619252"/>
            </a:xfrm>
            <a:custGeom>
              <a:avLst/>
              <a:gdLst/>
              <a:ahLst/>
              <a:cxnLst/>
              <a:rect l="l" t="t" r="r" b="b"/>
              <a:pathLst>
                <a:path w="2362327" h="619252">
                  <a:moveTo>
                    <a:pt x="0" y="5976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2340737" y="0"/>
                  </a:lnTo>
                  <a:cubicBezTo>
                    <a:pt x="2343531" y="0"/>
                    <a:pt x="2346325" y="508"/>
                    <a:pt x="2348992" y="1651"/>
                  </a:cubicBezTo>
                  <a:cubicBezTo>
                    <a:pt x="2351659" y="2794"/>
                    <a:pt x="2353945" y="4318"/>
                    <a:pt x="2355977" y="6350"/>
                  </a:cubicBezTo>
                  <a:cubicBezTo>
                    <a:pt x="2358009" y="8382"/>
                    <a:pt x="2359533" y="10668"/>
                    <a:pt x="2360676" y="13335"/>
                  </a:cubicBezTo>
                  <a:cubicBezTo>
                    <a:pt x="2361819" y="16002"/>
                    <a:pt x="2362327" y="18669"/>
                    <a:pt x="2362327" y="21590"/>
                  </a:cubicBezTo>
                  <a:lnTo>
                    <a:pt x="2362327" y="597662"/>
                  </a:lnTo>
                  <a:cubicBezTo>
                    <a:pt x="2362327" y="600456"/>
                    <a:pt x="2361819" y="603250"/>
                    <a:pt x="2360676" y="605917"/>
                  </a:cubicBezTo>
                  <a:cubicBezTo>
                    <a:pt x="2359533" y="608584"/>
                    <a:pt x="2358009" y="610870"/>
                    <a:pt x="2355977" y="612902"/>
                  </a:cubicBezTo>
                  <a:cubicBezTo>
                    <a:pt x="2353945" y="614934"/>
                    <a:pt x="2351659" y="616458"/>
                    <a:pt x="2348992" y="617601"/>
                  </a:cubicBezTo>
                  <a:cubicBezTo>
                    <a:pt x="2346325" y="618744"/>
                    <a:pt x="2343658" y="619252"/>
                    <a:pt x="2340737" y="619252"/>
                  </a:cubicBezTo>
                  <a:lnTo>
                    <a:pt x="21463" y="619252"/>
                  </a:lnTo>
                  <a:cubicBezTo>
                    <a:pt x="18669" y="619252"/>
                    <a:pt x="15875" y="618744"/>
                    <a:pt x="13208" y="617601"/>
                  </a:cubicBezTo>
                  <a:cubicBezTo>
                    <a:pt x="10541" y="616458"/>
                    <a:pt x="8255" y="614934"/>
                    <a:pt x="6223" y="612902"/>
                  </a:cubicBezTo>
                  <a:cubicBezTo>
                    <a:pt x="4191" y="610870"/>
                    <a:pt x="2667" y="608584"/>
                    <a:pt x="1524" y="605917"/>
                  </a:cubicBezTo>
                  <a:cubicBezTo>
                    <a:pt x="381" y="603250"/>
                    <a:pt x="0" y="600583"/>
                    <a:pt x="0" y="597662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34075" y="4978451"/>
            <a:ext cx="2362200" cy="628650"/>
            <a:chOff x="0" y="0"/>
            <a:chExt cx="2362200" cy="6286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62327" cy="628777"/>
            </a:xfrm>
            <a:custGeom>
              <a:avLst/>
              <a:gdLst/>
              <a:ahLst/>
              <a:cxnLst/>
              <a:rect l="l" t="t" r="r" b="b"/>
              <a:pathLst>
                <a:path w="2362327" h="628777">
                  <a:moveTo>
                    <a:pt x="0" y="60718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2340737" y="0"/>
                  </a:lnTo>
                  <a:cubicBezTo>
                    <a:pt x="2343531" y="0"/>
                    <a:pt x="2346325" y="508"/>
                    <a:pt x="2348992" y="1651"/>
                  </a:cubicBezTo>
                  <a:cubicBezTo>
                    <a:pt x="2351659" y="2794"/>
                    <a:pt x="2353945" y="4318"/>
                    <a:pt x="2355977" y="6350"/>
                  </a:cubicBezTo>
                  <a:cubicBezTo>
                    <a:pt x="2358009" y="8382"/>
                    <a:pt x="2359533" y="10668"/>
                    <a:pt x="2360676" y="13335"/>
                  </a:cubicBezTo>
                  <a:cubicBezTo>
                    <a:pt x="2361819" y="16002"/>
                    <a:pt x="2362327" y="18669"/>
                    <a:pt x="2362327" y="21590"/>
                  </a:cubicBezTo>
                  <a:lnTo>
                    <a:pt x="2362327" y="607187"/>
                  </a:lnTo>
                  <a:cubicBezTo>
                    <a:pt x="2362327" y="609981"/>
                    <a:pt x="2361819" y="612775"/>
                    <a:pt x="2360676" y="615442"/>
                  </a:cubicBezTo>
                  <a:cubicBezTo>
                    <a:pt x="2359533" y="618109"/>
                    <a:pt x="2358009" y="620395"/>
                    <a:pt x="2355977" y="622427"/>
                  </a:cubicBezTo>
                  <a:cubicBezTo>
                    <a:pt x="2353945" y="624459"/>
                    <a:pt x="2351659" y="625983"/>
                    <a:pt x="2348992" y="627126"/>
                  </a:cubicBezTo>
                  <a:cubicBezTo>
                    <a:pt x="2346325" y="628269"/>
                    <a:pt x="2343658" y="628777"/>
                    <a:pt x="2340737" y="628777"/>
                  </a:cubicBezTo>
                  <a:lnTo>
                    <a:pt x="21463" y="628777"/>
                  </a:lnTo>
                  <a:cubicBezTo>
                    <a:pt x="18669" y="628777"/>
                    <a:pt x="15875" y="628269"/>
                    <a:pt x="13208" y="627126"/>
                  </a:cubicBezTo>
                  <a:cubicBezTo>
                    <a:pt x="10541" y="625983"/>
                    <a:pt x="8255" y="624459"/>
                    <a:pt x="6223" y="622427"/>
                  </a:cubicBezTo>
                  <a:cubicBezTo>
                    <a:pt x="4191" y="620395"/>
                    <a:pt x="2667" y="618109"/>
                    <a:pt x="1524" y="615442"/>
                  </a:cubicBezTo>
                  <a:cubicBezTo>
                    <a:pt x="381" y="612775"/>
                    <a:pt x="0" y="610108"/>
                    <a:pt x="0" y="607187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870572" y="5734098"/>
            <a:ext cx="5032372" cy="1069972"/>
            <a:chOff x="0" y="0"/>
            <a:chExt cx="5032375" cy="1069975"/>
          </a:xfrm>
        </p:grpSpPr>
        <p:sp>
          <p:nvSpPr>
            <p:cNvPr id="17" name="Freeform 17"/>
            <p:cNvSpPr/>
            <p:nvPr/>
          </p:nvSpPr>
          <p:spPr>
            <a:xfrm>
              <a:off x="63500" y="63500"/>
              <a:ext cx="4905502" cy="943102"/>
            </a:xfrm>
            <a:custGeom>
              <a:avLst/>
              <a:gdLst/>
              <a:ahLst/>
              <a:cxnLst/>
              <a:rect l="l" t="t" r="r" b="b"/>
              <a:pathLst>
                <a:path w="4905502" h="943102">
                  <a:moveTo>
                    <a:pt x="0" y="92151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4883912" y="0"/>
                  </a:lnTo>
                  <a:cubicBezTo>
                    <a:pt x="4886706" y="0"/>
                    <a:pt x="4889500" y="508"/>
                    <a:pt x="4892167" y="1651"/>
                  </a:cubicBezTo>
                  <a:cubicBezTo>
                    <a:pt x="4894834" y="2794"/>
                    <a:pt x="4897120" y="4318"/>
                    <a:pt x="4899152" y="6350"/>
                  </a:cubicBezTo>
                  <a:cubicBezTo>
                    <a:pt x="4901184" y="8382"/>
                    <a:pt x="4902708" y="10668"/>
                    <a:pt x="4903851" y="13335"/>
                  </a:cubicBezTo>
                  <a:cubicBezTo>
                    <a:pt x="4904994" y="16002"/>
                    <a:pt x="4905502" y="18669"/>
                    <a:pt x="4905502" y="21590"/>
                  </a:cubicBezTo>
                  <a:lnTo>
                    <a:pt x="4905502" y="921512"/>
                  </a:lnTo>
                  <a:cubicBezTo>
                    <a:pt x="4905502" y="924306"/>
                    <a:pt x="4904994" y="927100"/>
                    <a:pt x="4903851" y="929767"/>
                  </a:cubicBezTo>
                  <a:cubicBezTo>
                    <a:pt x="4902708" y="932434"/>
                    <a:pt x="4901184" y="934720"/>
                    <a:pt x="4899152" y="936752"/>
                  </a:cubicBezTo>
                  <a:cubicBezTo>
                    <a:pt x="4897120" y="938784"/>
                    <a:pt x="4894834" y="940308"/>
                    <a:pt x="4892167" y="941451"/>
                  </a:cubicBezTo>
                  <a:cubicBezTo>
                    <a:pt x="4889500" y="942594"/>
                    <a:pt x="4886833" y="943102"/>
                    <a:pt x="4883912" y="943102"/>
                  </a:cubicBezTo>
                  <a:lnTo>
                    <a:pt x="21463" y="943102"/>
                  </a:lnTo>
                  <a:cubicBezTo>
                    <a:pt x="18669" y="943102"/>
                    <a:pt x="15875" y="942594"/>
                    <a:pt x="13208" y="941451"/>
                  </a:cubicBezTo>
                  <a:cubicBezTo>
                    <a:pt x="10541" y="940308"/>
                    <a:pt x="8255" y="938784"/>
                    <a:pt x="6223" y="936752"/>
                  </a:cubicBezTo>
                  <a:cubicBezTo>
                    <a:pt x="4191" y="934720"/>
                    <a:pt x="2667" y="932434"/>
                    <a:pt x="1524" y="929767"/>
                  </a:cubicBezTo>
                  <a:cubicBezTo>
                    <a:pt x="381" y="927100"/>
                    <a:pt x="0" y="924433"/>
                    <a:pt x="0" y="921512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67081" y="331343"/>
              <a:ext cx="150114" cy="150114"/>
            </a:xfrm>
            <a:custGeom>
              <a:avLst/>
              <a:gdLst/>
              <a:ahLst/>
              <a:cxnLst/>
              <a:rect l="l" t="t" r="r" b="b"/>
              <a:pathLst>
                <a:path w="150114" h="150114">
                  <a:moveTo>
                    <a:pt x="21463" y="16129"/>
                  </a:moveTo>
                  <a:cubicBezTo>
                    <a:pt x="18542" y="16129"/>
                    <a:pt x="16129" y="18542"/>
                    <a:pt x="16129" y="21463"/>
                  </a:cubicBezTo>
                  <a:lnTo>
                    <a:pt x="16129" y="128651"/>
                  </a:lnTo>
                  <a:cubicBezTo>
                    <a:pt x="16129" y="131572"/>
                    <a:pt x="18542" y="133985"/>
                    <a:pt x="21463" y="133985"/>
                  </a:cubicBezTo>
                  <a:lnTo>
                    <a:pt x="96520" y="133985"/>
                  </a:lnTo>
                  <a:lnTo>
                    <a:pt x="96520" y="107188"/>
                  </a:lnTo>
                  <a:cubicBezTo>
                    <a:pt x="96520" y="101219"/>
                    <a:pt x="101346" y="96520"/>
                    <a:pt x="107188" y="96520"/>
                  </a:cubicBezTo>
                  <a:lnTo>
                    <a:pt x="133985" y="96520"/>
                  </a:lnTo>
                  <a:lnTo>
                    <a:pt x="133985" y="21463"/>
                  </a:lnTo>
                  <a:cubicBezTo>
                    <a:pt x="133985" y="18542"/>
                    <a:pt x="131572" y="16129"/>
                    <a:pt x="128651" y="16129"/>
                  </a:cubicBezTo>
                  <a:lnTo>
                    <a:pt x="21463" y="16129"/>
                  </a:lnTo>
                  <a:close/>
                  <a:moveTo>
                    <a:pt x="96520" y="150114"/>
                  </a:moveTo>
                  <a:lnTo>
                    <a:pt x="21463" y="150114"/>
                  </a:lnTo>
                  <a:cubicBezTo>
                    <a:pt x="9652" y="150114"/>
                    <a:pt x="0" y="140462"/>
                    <a:pt x="0" y="128651"/>
                  </a:cubicBezTo>
                  <a:lnTo>
                    <a:pt x="0" y="21463"/>
                  </a:lnTo>
                  <a:cubicBezTo>
                    <a:pt x="0" y="9652"/>
                    <a:pt x="9652" y="0"/>
                    <a:pt x="21463" y="0"/>
                  </a:cubicBezTo>
                  <a:lnTo>
                    <a:pt x="128651" y="0"/>
                  </a:lnTo>
                  <a:cubicBezTo>
                    <a:pt x="140462" y="0"/>
                    <a:pt x="150114" y="9652"/>
                    <a:pt x="150114" y="21463"/>
                  </a:cubicBezTo>
                  <a:lnTo>
                    <a:pt x="150114" y="96520"/>
                  </a:lnTo>
                  <a:lnTo>
                    <a:pt x="150114" y="98425"/>
                  </a:lnTo>
                  <a:cubicBezTo>
                    <a:pt x="150114" y="104140"/>
                    <a:pt x="147828" y="109601"/>
                    <a:pt x="143891" y="113538"/>
                  </a:cubicBezTo>
                  <a:lnTo>
                    <a:pt x="113538" y="143891"/>
                  </a:lnTo>
                  <a:cubicBezTo>
                    <a:pt x="109474" y="147955"/>
                    <a:pt x="104013" y="150114"/>
                    <a:pt x="98425" y="150114"/>
                  </a:cubicBezTo>
                  <a:lnTo>
                    <a:pt x="96520" y="150114"/>
                  </a:lnTo>
                  <a:close/>
                </a:path>
              </a:pathLst>
            </a:custGeom>
            <a:solidFill>
              <a:srgbClr val="9936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67725" y="4187876"/>
            <a:ext cx="2371725" cy="619125"/>
            <a:chOff x="0" y="0"/>
            <a:chExt cx="2371725" cy="61912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71852" cy="619252"/>
            </a:xfrm>
            <a:custGeom>
              <a:avLst/>
              <a:gdLst/>
              <a:ahLst/>
              <a:cxnLst/>
              <a:rect l="l" t="t" r="r" b="b"/>
              <a:pathLst>
                <a:path w="2371852" h="619252">
                  <a:moveTo>
                    <a:pt x="0" y="5976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2350262" y="0"/>
                  </a:lnTo>
                  <a:cubicBezTo>
                    <a:pt x="2353056" y="0"/>
                    <a:pt x="2355850" y="508"/>
                    <a:pt x="2358517" y="1651"/>
                  </a:cubicBezTo>
                  <a:cubicBezTo>
                    <a:pt x="2361184" y="2794"/>
                    <a:pt x="2363470" y="4318"/>
                    <a:pt x="2365502" y="6350"/>
                  </a:cubicBezTo>
                  <a:cubicBezTo>
                    <a:pt x="2367534" y="8382"/>
                    <a:pt x="2369058" y="10668"/>
                    <a:pt x="2370201" y="13335"/>
                  </a:cubicBezTo>
                  <a:cubicBezTo>
                    <a:pt x="2371344" y="16002"/>
                    <a:pt x="2371852" y="18669"/>
                    <a:pt x="2371852" y="21590"/>
                  </a:cubicBezTo>
                  <a:lnTo>
                    <a:pt x="2371852" y="597662"/>
                  </a:lnTo>
                  <a:cubicBezTo>
                    <a:pt x="2371852" y="600456"/>
                    <a:pt x="2371344" y="603250"/>
                    <a:pt x="2370201" y="605917"/>
                  </a:cubicBezTo>
                  <a:cubicBezTo>
                    <a:pt x="2369058" y="608584"/>
                    <a:pt x="2367534" y="610870"/>
                    <a:pt x="2365502" y="612902"/>
                  </a:cubicBezTo>
                  <a:cubicBezTo>
                    <a:pt x="2363470" y="614934"/>
                    <a:pt x="2361184" y="616458"/>
                    <a:pt x="2358517" y="617601"/>
                  </a:cubicBezTo>
                  <a:cubicBezTo>
                    <a:pt x="2355850" y="618744"/>
                    <a:pt x="2353183" y="619252"/>
                    <a:pt x="2350262" y="619252"/>
                  </a:cubicBezTo>
                  <a:lnTo>
                    <a:pt x="21463" y="619252"/>
                  </a:lnTo>
                  <a:cubicBezTo>
                    <a:pt x="18669" y="619252"/>
                    <a:pt x="15875" y="618744"/>
                    <a:pt x="13208" y="617601"/>
                  </a:cubicBezTo>
                  <a:cubicBezTo>
                    <a:pt x="10541" y="616458"/>
                    <a:pt x="8255" y="614934"/>
                    <a:pt x="6223" y="612902"/>
                  </a:cubicBezTo>
                  <a:cubicBezTo>
                    <a:pt x="4191" y="610870"/>
                    <a:pt x="2667" y="608584"/>
                    <a:pt x="1524" y="605917"/>
                  </a:cubicBezTo>
                  <a:cubicBezTo>
                    <a:pt x="381" y="603250"/>
                    <a:pt x="0" y="600583"/>
                    <a:pt x="0" y="597662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467725" y="4978451"/>
            <a:ext cx="2371725" cy="628650"/>
            <a:chOff x="0" y="0"/>
            <a:chExt cx="2371725" cy="6286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71852" cy="628777"/>
            </a:xfrm>
            <a:custGeom>
              <a:avLst/>
              <a:gdLst/>
              <a:ahLst/>
              <a:cxnLst/>
              <a:rect l="l" t="t" r="r" b="b"/>
              <a:pathLst>
                <a:path w="2371852" h="628777">
                  <a:moveTo>
                    <a:pt x="0" y="60718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2350262" y="0"/>
                  </a:lnTo>
                  <a:cubicBezTo>
                    <a:pt x="2353056" y="0"/>
                    <a:pt x="2355850" y="508"/>
                    <a:pt x="2358517" y="1651"/>
                  </a:cubicBezTo>
                  <a:cubicBezTo>
                    <a:pt x="2361184" y="2794"/>
                    <a:pt x="2363470" y="4318"/>
                    <a:pt x="2365502" y="6350"/>
                  </a:cubicBezTo>
                  <a:cubicBezTo>
                    <a:pt x="2367534" y="8382"/>
                    <a:pt x="2369058" y="10668"/>
                    <a:pt x="2370201" y="13335"/>
                  </a:cubicBezTo>
                  <a:cubicBezTo>
                    <a:pt x="2371344" y="16002"/>
                    <a:pt x="2371852" y="18669"/>
                    <a:pt x="2371852" y="21590"/>
                  </a:cubicBezTo>
                  <a:lnTo>
                    <a:pt x="2371852" y="607187"/>
                  </a:lnTo>
                  <a:cubicBezTo>
                    <a:pt x="2371852" y="609981"/>
                    <a:pt x="2371344" y="612775"/>
                    <a:pt x="2370201" y="615442"/>
                  </a:cubicBezTo>
                  <a:cubicBezTo>
                    <a:pt x="2369058" y="618109"/>
                    <a:pt x="2367534" y="620395"/>
                    <a:pt x="2365502" y="622427"/>
                  </a:cubicBezTo>
                  <a:cubicBezTo>
                    <a:pt x="2363470" y="624459"/>
                    <a:pt x="2361184" y="625983"/>
                    <a:pt x="2358517" y="627126"/>
                  </a:cubicBezTo>
                  <a:cubicBezTo>
                    <a:pt x="2355850" y="628269"/>
                    <a:pt x="2353183" y="628777"/>
                    <a:pt x="2350262" y="628777"/>
                  </a:cubicBezTo>
                  <a:lnTo>
                    <a:pt x="21463" y="628777"/>
                  </a:lnTo>
                  <a:cubicBezTo>
                    <a:pt x="18669" y="628777"/>
                    <a:pt x="15875" y="628269"/>
                    <a:pt x="13208" y="627126"/>
                  </a:cubicBezTo>
                  <a:cubicBezTo>
                    <a:pt x="10541" y="625983"/>
                    <a:pt x="8255" y="624459"/>
                    <a:pt x="6223" y="622427"/>
                  </a:cubicBezTo>
                  <a:cubicBezTo>
                    <a:pt x="4191" y="620395"/>
                    <a:pt x="2667" y="618109"/>
                    <a:pt x="1524" y="615442"/>
                  </a:cubicBezTo>
                  <a:cubicBezTo>
                    <a:pt x="381" y="612775"/>
                    <a:pt x="0" y="610108"/>
                    <a:pt x="0" y="607187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00075" y="2649217"/>
            <a:ext cx="9254604" cy="620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From Extracted Claims to a Knowledge Graph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1525" y="5914139"/>
            <a:ext cx="668684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Chunk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1525" y="5114039"/>
            <a:ext cx="956529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Chemical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0075" y="3675764"/>
            <a:ext cx="1195559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Node Types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71525" y="4323464"/>
            <a:ext cx="524866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Gene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10090" y="4323464"/>
            <a:ext cx="776726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Disease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310090" y="5114039"/>
            <a:ext cx="748484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Variant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105077" y="5114039"/>
            <a:ext cx="1012965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MUTATES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33627" y="3675764"/>
            <a:ext cx="1950206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Relationship Types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05077" y="4323464"/>
            <a:ext cx="983171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INHIBITS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43642" y="4323464"/>
            <a:ext cx="1254052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REGULATES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643642" y="5114039"/>
            <a:ext cx="1919726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INTERACTS_WITH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90840" y="5968403"/>
            <a:ext cx="3919461" cy="52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Schema reflects both </a:t>
            </a:r>
            <a:r>
              <a:rPr lang="en-US" sz="135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biomedical meaning</a:t>
            </a: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135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retrieval needs</a:t>
            </a: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11403"/>
            <a:ext cx="4286250" cy="8229600"/>
            <a:chOff x="0" y="0"/>
            <a:chExt cx="57150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10972800"/>
            </a:xfrm>
            <a:custGeom>
              <a:avLst/>
              <a:gdLst/>
              <a:ahLst/>
              <a:cxnLst/>
              <a:rect l="l" t="t" r="r" b="b"/>
              <a:pathLst>
                <a:path w="5715000" h="10972800">
                  <a:moveTo>
                    <a:pt x="0" y="0"/>
                  </a:moveTo>
                  <a:lnTo>
                    <a:pt x="5715000" y="0"/>
                  </a:lnTo>
                  <a:lnTo>
                    <a:pt x="57150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0" r="-40"/>
              </a:stretch>
            </a:blip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4" name="Freeform 4"/>
          <p:cNvSpPr/>
          <p:nvPr/>
        </p:nvSpPr>
        <p:spPr>
          <a:xfrm>
            <a:off x="4832823" y="7174459"/>
            <a:ext cx="449904" cy="485089"/>
          </a:xfrm>
          <a:custGeom>
            <a:avLst/>
            <a:gdLst/>
            <a:ahLst/>
            <a:cxnLst/>
            <a:rect l="l" t="t" r="r" b="b"/>
            <a:pathLst>
              <a:path w="449904" h="485089">
                <a:moveTo>
                  <a:pt x="0" y="0"/>
                </a:moveTo>
                <a:lnTo>
                  <a:pt x="449904" y="0"/>
                </a:lnTo>
                <a:lnTo>
                  <a:pt x="449904" y="485089"/>
                </a:lnTo>
                <a:lnTo>
                  <a:pt x="0" y="485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5" name="Freeform 5"/>
          <p:cNvSpPr/>
          <p:nvPr/>
        </p:nvSpPr>
        <p:spPr>
          <a:xfrm>
            <a:off x="4822307" y="2497684"/>
            <a:ext cx="470945" cy="485099"/>
          </a:xfrm>
          <a:custGeom>
            <a:avLst/>
            <a:gdLst/>
            <a:ahLst/>
            <a:cxnLst/>
            <a:rect l="l" t="t" r="r" b="b"/>
            <a:pathLst>
              <a:path w="470945" h="485099">
                <a:moveTo>
                  <a:pt x="0" y="0"/>
                </a:moveTo>
                <a:lnTo>
                  <a:pt x="470945" y="0"/>
                </a:lnTo>
                <a:lnTo>
                  <a:pt x="470945" y="485098"/>
                </a:lnTo>
                <a:lnTo>
                  <a:pt x="0" y="4850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6" name="Freeform 6"/>
          <p:cNvSpPr/>
          <p:nvPr/>
        </p:nvSpPr>
        <p:spPr>
          <a:xfrm>
            <a:off x="4847834" y="4059784"/>
            <a:ext cx="419872" cy="485089"/>
          </a:xfrm>
          <a:custGeom>
            <a:avLst/>
            <a:gdLst/>
            <a:ahLst/>
            <a:cxnLst/>
            <a:rect l="l" t="t" r="r" b="b"/>
            <a:pathLst>
              <a:path w="419872" h="485089">
                <a:moveTo>
                  <a:pt x="0" y="0"/>
                </a:moveTo>
                <a:lnTo>
                  <a:pt x="419872" y="0"/>
                </a:lnTo>
                <a:lnTo>
                  <a:pt x="419872" y="485089"/>
                </a:lnTo>
                <a:lnTo>
                  <a:pt x="0" y="485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7" name="Freeform 7"/>
          <p:cNvSpPr/>
          <p:nvPr/>
        </p:nvSpPr>
        <p:spPr>
          <a:xfrm>
            <a:off x="4815230" y="5622303"/>
            <a:ext cx="485099" cy="484261"/>
          </a:xfrm>
          <a:custGeom>
            <a:avLst/>
            <a:gdLst/>
            <a:ahLst/>
            <a:cxnLst/>
            <a:rect l="l" t="t" r="r" b="b"/>
            <a:pathLst>
              <a:path w="485099" h="484261">
                <a:moveTo>
                  <a:pt x="0" y="0"/>
                </a:moveTo>
                <a:lnTo>
                  <a:pt x="485099" y="0"/>
                </a:lnTo>
                <a:lnTo>
                  <a:pt x="485099" y="484260"/>
                </a:lnTo>
                <a:lnTo>
                  <a:pt x="0" y="484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TextBox 8"/>
          <p:cNvSpPr txBox="1"/>
          <p:nvPr/>
        </p:nvSpPr>
        <p:spPr>
          <a:xfrm>
            <a:off x="4886325" y="1163469"/>
            <a:ext cx="5160721" cy="2226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6"/>
              </a:lnSpc>
            </a:pPr>
            <a:r>
              <a:rPr lang="en-US" sz="3543" dirty="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Native Graph Storage for Biomedical Intelligence</a:t>
            </a:r>
          </a:p>
          <a:p>
            <a:pPr algn="l">
              <a:lnSpc>
                <a:spcPts val="2212"/>
              </a:lnSpc>
            </a:pPr>
            <a:r>
              <a:rPr lang="en-US" sz="1771" dirty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Native Traversal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86325" y="6209567"/>
            <a:ext cx="1500388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Vector Indexes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34018" y="6625780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86325" y="7771667"/>
            <a:ext cx="1674028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Reasoning Layer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70246" y="8187881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56201" y="3511105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86325" y="4647467"/>
            <a:ext cx="1704765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ACID-Compliant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42800" y="5073206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86325" y="6625780"/>
            <a:ext cx="2636825" cy="232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dirty="0" err="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Semantic+graph</a:t>
            </a: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search coexist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86325" y="3511105"/>
            <a:ext cx="2830401" cy="232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Relationship-first querying at scale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86325" y="5073206"/>
            <a:ext cx="3272857" cy="232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Transactional integrity for scientific data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86325" y="8187881"/>
            <a:ext cx="3416598" cy="232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Not just storage—operational intelligence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349348"/>
            <a:ext cx="11556997" cy="8947147"/>
          </a:xfrm>
          <a:custGeom>
            <a:avLst/>
            <a:gdLst/>
            <a:ahLst/>
            <a:cxnLst/>
            <a:rect l="l" t="t" r="r" b="b"/>
            <a:pathLst>
              <a:path w="11556997" h="8947147">
                <a:moveTo>
                  <a:pt x="0" y="0"/>
                </a:moveTo>
                <a:lnTo>
                  <a:pt x="11556997" y="0"/>
                </a:lnTo>
                <a:lnTo>
                  <a:pt x="11556997" y="8947147"/>
                </a:lnTo>
                <a:lnTo>
                  <a:pt x="0" y="89471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TextBox 3"/>
          <p:cNvSpPr txBox="1"/>
          <p:nvPr/>
        </p:nvSpPr>
        <p:spPr>
          <a:xfrm>
            <a:off x="600075" y="817293"/>
            <a:ext cx="7427090" cy="620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Building a Reusable Knowledge Base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34536" y="5133575"/>
            <a:ext cx="1643177" cy="33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Extract triplets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222118" y="2535250"/>
            <a:ext cx="1474708" cy="33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Canonicalize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07754" y="2831906"/>
            <a:ext cx="831961" cy="33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entities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24065" y="5808736"/>
            <a:ext cx="1596981" cy="33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Link claims to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75709" y="6105392"/>
            <a:ext cx="819883" cy="33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sources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32574" y="3435458"/>
            <a:ext cx="1962931" cy="335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Store embeddings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7288" y="8098879"/>
            <a:ext cx="7180402" cy="23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Example:</a:t>
            </a: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EGFR in 1,000 papers → </a:t>
            </a:r>
            <a:r>
              <a:rPr lang="en-US" sz="135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one canonical node</a:t>
            </a: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linked to many evidence sources.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0075" y="7432129"/>
            <a:ext cx="8325888" cy="23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Each step ensures the graph remains </a:t>
            </a:r>
            <a:r>
              <a:rPr lang="en-US" sz="1350" b="1">
                <a:solidFill>
                  <a:srgbClr val="E04F00"/>
                </a:solidFill>
                <a:latin typeface="DM Sans Bold"/>
                <a:ea typeface="DM Sans Bold"/>
                <a:cs typeface="DM Sans Bold"/>
                <a:sym typeface="DM Sans Bold"/>
              </a:rPr>
              <a:t>normalized, traceable, and queryable</a:t>
            </a: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across millions of papers.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1232108"/>
            <a:ext cx="11556997" cy="7185022"/>
            <a:chOff x="0" y="0"/>
            <a:chExt cx="11557000" cy="71850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1430000" cy="7058025"/>
            </a:xfrm>
            <a:custGeom>
              <a:avLst/>
              <a:gdLst/>
              <a:ahLst/>
              <a:cxnLst/>
              <a:rect l="l" t="t" r="r" b="b"/>
              <a:pathLst>
                <a:path w="11430000" h="7058025">
                  <a:moveTo>
                    <a:pt x="0" y="0"/>
                  </a:moveTo>
                  <a:lnTo>
                    <a:pt x="0" y="7058025"/>
                  </a:lnTo>
                  <a:lnTo>
                    <a:pt x="11430000" y="70580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4" name="Freeform 4"/>
            <p:cNvSpPr/>
            <p:nvPr/>
          </p:nvSpPr>
          <p:spPr>
            <a:xfrm>
              <a:off x="68326" y="68326"/>
              <a:ext cx="11420348" cy="7048500"/>
            </a:xfrm>
            <a:custGeom>
              <a:avLst/>
              <a:gdLst/>
              <a:ahLst/>
              <a:cxnLst/>
              <a:rect l="l" t="t" r="r" b="b"/>
              <a:pathLst>
                <a:path w="11420348" h="7048500">
                  <a:moveTo>
                    <a:pt x="0" y="0"/>
                  </a:moveTo>
                  <a:lnTo>
                    <a:pt x="0" y="7048500"/>
                  </a:lnTo>
                  <a:lnTo>
                    <a:pt x="11420348" y="7048500"/>
                  </a:lnTo>
                  <a:lnTo>
                    <a:pt x="11420348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1430000" cy="7058025"/>
            </a:xfrm>
            <a:custGeom>
              <a:avLst/>
              <a:gdLst/>
              <a:ahLst/>
              <a:cxnLst/>
              <a:rect l="l" t="t" r="r" b="b"/>
              <a:pathLst>
                <a:path w="11430000" h="7058025">
                  <a:moveTo>
                    <a:pt x="0" y="0"/>
                  </a:moveTo>
                  <a:lnTo>
                    <a:pt x="0" y="7058025"/>
                  </a:lnTo>
                  <a:lnTo>
                    <a:pt x="11430000" y="70580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Freeform 6"/>
            <p:cNvSpPr/>
            <p:nvPr/>
          </p:nvSpPr>
          <p:spPr>
            <a:xfrm>
              <a:off x="663575" y="3044825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7" name="Freeform 7"/>
            <p:cNvSpPr/>
            <p:nvPr/>
          </p:nvSpPr>
          <p:spPr>
            <a:xfrm>
              <a:off x="663575" y="4073525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8" name="Freeform 8"/>
            <p:cNvSpPr/>
            <p:nvPr/>
          </p:nvSpPr>
          <p:spPr>
            <a:xfrm>
              <a:off x="663575" y="5102225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34075" y="2781511"/>
            <a:ext cx="4905375" cy="4905375"/>
            <a:chOff x="0" y="0"/>
            <a:chExt cx="6540500" cy="6540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540500" cy="6540500"/>
            </a:xfrm>
            <a:custGeom>
              <a:avLst/>
              <a:gdLst/>
              <a:ahLst/>
              <a:cxnLst/>
              <a:rect l="l" t="t" r="r" b="b"/>
              <a:pathLst>
                <a:path w="6540500" h="65405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6511925"/>
                  </a:lnTo>
                  <a:cubicBezTo>
                    <a:pt x="0" y="6519799"/>
                    <a:pt x="2794" y="6526530"/>
                    <a:pt x="8382" y="6532118"/>
                  </a:cubicBezTo>
                  <a:cubicBezTo>
                    <a:pt x="13970" y="6537706"/>
                    <a:pt x="20701" y="6540500"/>
                    <a:pt x="28575" y="6540500"/>
                  </a:cubicBezTo>
                  <a:lnTo>
                    <a:pt x="6511925" y="6540500"/>
                  </a:lnTo>
                  <a:cubicBezTo>
                    <a:pt x="6519799" y="6540500"/>
                    <a:pt x="6526530" y="6537706"/>
                    <a:pt x="6532118" y="6532118"/>
                  </a:cubicBezTo>
                  <a:cubicBezTo>
                    <a:pt x="6537706" y="6526530"/>
                    <a:pt x="6540500" y="6519799"/>
                    <a:pt x="6540500" y="6511925"/>
                  </a:cubicBezTo>
                  <a:lnTo>
                    <a:pt x="6540500" y="28575"/>
                  </a:lnTo>
                  <a:cubicBezTo>
                    <a:pt x="6540500" y="20701"/>
                    <a:pt x="6537706" y="13970"/>
                    <a:pt x="6532118" y="8382"/>
                  </a:cubicBezTo>
                  <a:cubicBezTo>
                    <a:pt x="6526530" y="2794"/>
                    <a:pt x="6519799" y="0"/>
                    <a:pt x="6511925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00075" y="1700052"/>
            <a:ext cx="6651746" cy="164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How Multi-Hop Discovery Works</a:t>
            </a:r>
          </a:p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Reasoning Hop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3918" y="3533348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28775" y="6469925"/>
            <a:ext cx="706317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Drug 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28775" y="5441225"/>
            <a:ext cx="721681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Gene 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28775" y="4412525"/>
            <a:ext cx="956567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Variant 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0075" y="3533348"/>
            <a:ext cx="4812173" cy="23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 traversal path revealing a connection </a:t>
            </a:r>
            <a:r>
              <a:rPr lang="en-US" sz="1350" b="1" dirty="0">
                <a:solidFill>
                  <a:srgbClr val="E04F00"/>
                </a:solidFill>
                <a:latin typeface="DM Sans Bold"/>
                <a:ea typeface="DM Sans Bold"/>
                <a:cs typeface="DM Sans Bold"/>
                <a:sym typeface="DM Sans Bold"/>
              </a:rPr>
              <a:t>distributed across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0075" y="3809573"/>
            <a:ext cx="716680" cy="23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E04F00"/>
                </a:solidFill>
                <a:latin typeface="DM Sans Bold"/>
                <a:ea typeface="DM Sans Bold"/>
                <a:cs typeface="DM Sans Bold"/>
                <a:sym typeface="DM Sans Bold"/>
              </a:rPr>
              <a:t>sources</a:t>
            </a: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0091" y="4589690"/>
            <a:ext cx="139817" cy="35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0091" y="5618390"/>
            <a:ext cx="139817" cy="35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0091" y="6647090"/>
            <a:ext cx="139817" cy="35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23104" y="3591706"/>
            <a:ext cx="7776058" cy="2142211"/>
          </a:xfrm>
          <a:custGeom>
            <a:avLst/>
            <a:gdLst/>
            <a:ahLst/>
            <a:cxnLst/>
            <a:rect l="l" t="t" r="r" b="b"/>
            <a:pathLst>
              <a:path w="7776058" h="2142211">
                <a:moveTo>
                  <a:pt x="0" y="0"/>
                </a:moveTo>
                <a:lnTo>
                  <a:pt x="7776058" y="0"/>
                </a:lnTo>
                <a:lnTo>
                  <a:pt x="7776058" y="2142211"/>
                </a:lnTo>
                <a:lnTo>
                  <a:pt x="0" y="21422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TextBox 3"/>
          <p:cNvSpPr txBox="1"/>
          <p:nvPr/>
        </p:nvSpPr>
        <p:spPr>
          <a:xfrm>
            <a:off x="600075" y="1973094"/>
            <a:ext cx="7178288" cy="1249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Combining Semantic Retrieval and Graph Traversal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68557" y="6228045"/>
            <a:ext cx="1501026" cy="335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Vector Search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76052" y="6074597"/>
            <a:ext cx="960158" cy="335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Retrieve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12971" y="6381483"/>
            <a:ext cx="824808" cy="335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Chunks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88167" y="6074597"/>
            <a:ext cx="878148" cy="335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Expand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9614" y="6381483"/>
            <a:ext cx="672579" cy="335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Graph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6350" y="6074597"/>
            <a:ext cx="1416806" cy="335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Send Triples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95704" y="6381483"/>
            <a:ext cx="1174861" cy="335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+ Evidence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0075" y="7330630"/>
            <a:ext cx="6992598" cy="23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Hybrid GraphRAG unifies </a:t>
            </a:r>
            <a:r>
              <a:rPr lang="en-US" sz="1350" b="1">
                <a:solidFill>
                  <a:srgbClr val="E04F00"/>
                </a:solidFill>
                <a:latin typeface="DM Sans Bold"/>
                <a:ea typeface="DM Sans Bold"/>
                <a:cs typeface="DM Sans Bold"/>
                <a:sym typeface="DM Sans Bold"/>
              </a:rPr>
              <a:t>semantic search flexibility</a:t>
            </a: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with </a:t>
            </a:r>
            <a:r>
              <a:rPr lang="en-US" sz="1350" b="1">
                <a:solidFill>
                  <a:srgbClr val="E04F00"/>
                </a:solidFill>
                <a:latin typeface="DM Sans Bold"/>
                <a:ea typeface="DM Sans Bold"/>
                <a:cs typeface="DM Sans Bold"/>
                <a:sym typeface="DM Sans Bold"/>
              </a:rPr>
              <a:t>graph structure precision</a:t>
            </a: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0075" y="1816303"/>
            <a:ext cx="5124450" cy="6838950"/>
            <a:chOff x="0" y="0"/>
            <a:chExt cx="6832600" cy="9118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32600" cy="9118600"/>
            </a:xfrm>
            <a:custGeom>
              <a:avLst/>
              <a:gdLst/>
              <a:ahLst/>
              <a:cxnLst/>
              <a:rect l="l" t="t" r="r" b="b"/>
              <a:pathLst>
                <a:path w="6832600" h="91186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9090025"/>
                  </a:lnTo>
                  <a:cubicBezTo>
                    <a:pt x="0" y="9097899"/>
                    <a:pt x="2794" y="9104630"/>
                    <a:pt x="8382" y="9110218"/>
                  </a:cubicBezTo>
                  <a:cubicBezTo>
                    <a:pt x="13970" y="9115806"/>
                    <a:pt x="20701" y="9118600"/>
                    <a:pt x="28575" y="9118600"/>
                  </a:cubicBezTo>
                  <a:lnTo>
                    <a:pt x="6804025" y="9118600"/>
                  </a:lnTo>
                  <a:cubicBezTo>
                    <a:pt x="6811899" y="9118600"/>
                    <a:pt x="6818630" y="9115806"/>
                    <a:pt x="6824218" y="9110218"/>
                  </a:cubicBezTo>
                  <a:cubicBezTo>
                    <a:pt x="6829806" y="9104630"/>
                    <a:pt x="6832600" y="9097899"/>
                    <a:pt x="6832600" y="9090025"/>
                  </a:cubicBezTo>
                  <a:lnTo>
                    <a:pt x="6832600" y="28575"/>
                  </a:lnTo>
                  <a:cubicBezTo>
                    <a:pt x="6832600" y="20701"/>
                    <a:pt x="6829806" y="13970"/>
                    <a:pt x="6824218" y="8382"/>
                  </a:cubicBezTo>
                  <a:cubicBezTo>
                    <a:pt x="6818630" y="2794"/>
                    <a:pt x="6811899" y="0"/>
                    <a:pt x="6804025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299197" y="2638625"/>
            <a:ext cx="4603747" cy="1231897"/>
            <a:chOff x="0" y="0"/>
            <a:chExt cx="4603750" cy="1231900"/>
          </a:xfrm>
        </p:grpSpPr>
        <p:sp>
          <p:nvSpPr>
            <p:cNvPr id="5" name="Freeform 5"/>
            <p:cNvSpPr/>
            <p:nvPr/>
          </p:nvSpPr>
          <p:spPr>
            <a:xfrm>
              <a:off x="73025" y="73025"/>
              <a:ext cx="4457573" cy="1085723"/>
            </a:xfrm>
            <a:custGeom>
              <a:avLst/>
              <a:gdLst/>
              <a:ahLst/>
              <a:cxnLst/>
              <a:rect l="l" t="t" r="r" b="b"/>
              <a:pathLst>
                <a:path w="4457573" h="1085723">
                  <a:moveTo>
                    <a:pt x="0" y="1019175"/>
                  </a:moveTo>
                  <a:lnTo>
                    <a:pt x="0" y="66675"/>
                  </a:lnTo>
                  <a:cubicBezTo>
                    <a:pt x="0" y="62230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4445762" y="0"/>
                  </a:lnTo>
                  <a:cubicBezTo>
                    <a:pt x="4449064" y="0"/>
                    <a:pt x="4451858" y="1143"/>
                    <a:pt x="4454144" y="3429"/>
                  </a:cubicBezTo>
                  <a:cubicBezTo>
                    <a:pt x="4456430" y="5715"/>
                    <a:pt x="4457573" y="8509"/>
                    <a:pt x="4457573" y="11811"/>
                  </a:cubicBezTo>
                  <a:lnTo>
                    <a:pt x="4457573" y="1073912"/>
                  </a:lnTo>
                  <a:cubicBezTo>
                    <a:pt x="4457573" y="1077214"/>
                    <a:pt x="4456430" y="1080008"/>
                    <a:pt x="4454144" y="1082294"/>
                  </a:cubicBezTo>
                  <a:cubicBezTo>
                    <a:pt x="4451858" y="1084580"/>
                    <a:pt x="4449064" y="1085723"/>
                    <a:pt x="4445762" y="1085723"/>
                  </a:cubicBezTo>
                  <a:lnTo>
                    <a:pt x="66675" y="1085723"/>
                  </a:lnTo>
                  <a:cubicBezTo>
                    <a:pt x="62230" y="1085723"/>
                    <a:pt x="57912" y="1085342"/>
                    <a:pt x="53721" y="1084453"/>
                  </a:cubicBezTo>
                  <a:cubicBezTo>
                    <a:pt x="49530" y="1083564"/>
                    <a:pt x="45212" y="1082294"/>
                    <a:pt x="41275" y="1080643"/>
                  </a:cubicBezTo>
                  <a:cubicBezTo>
                    <a:pt x="37338" y="1078992"/>
                    <a:pt x="33401" y="1076960"/>
                    <a:pt x="29718" y="1074420"/>
                  </a:cubicBezTo>
                  <a:cubicBezTo>
                    <a:pt x="26035" y="1071880"/>
                    <a:pt x="22733" y="1069213"/>
                    <a:pt x="19558" y="1066165"/>
                  </a:cubicBezTo>
                  <a:cubicBezTo>
                    <a:pt x="16383" y="1063117"/>
                    <a:pt x="13716" y="1059688"/>
                    <a:pt x="11303" y="1056005"/>
                  </a:cubicBezTo>
                  <a:cubicBezTo>
                    <a:pt x="8890" y="1052322"/>
                    <a:pt x="6858" y="1048512"/>
                    <a:pt x="5080" y="1044448"/>
                  </a:cubicBezTo>
                  <a:cubicBezTo>
                    <a:pt x="3302" y="1040384"/>
                    <a:pt x="2159" y="1036193"/>
                    <a:pt x="1270" y="1032002"/>
                  </a:cubicBezTo>
                  <a:cubicBezTo>
                    <a:pt x="381" y="1027811"/>
                    <a:pt x="0" y="1023366"/>
                    <a:pt x="0" y="1019048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Freeform 6"/>
            <p:cNvSpPr/>
            <p:nvPr/>
          </p:nvSpPr>
          <p:spPr>
            <a:xfrm>
              <a:off x="63500" y="63500"/>
              <a:ext cx="4476750" cy="1104900"/>
            </a:xfrm>
            <a:custGeom>
              <a:avLst/>
              <a:gdLst/>
              <a:ahLst/>
              <a:cxnLst/>
              <a:rect l="l" t="t" r="r" b="b"/>
              <a:pathLst>
                <a:path w="4476750" h="1104900">
                  <a:moveTo>
                    <a:pt x="0" y="1028700"/>
                  </a:moveTo>
                  <a:lnTo>
                    <a:pt x="0" y="76200"/>
                  </a:lnTo>
                  <a:lnTo>
                    <a:pt x="9525" y="76200"/>
                  </a:lnTo>
                  <a:lnTo>
                    <a:pt x="0" y="76200"/>
                  </a:lnTo>
                  <a:cubicBezTo>
                    <a:pt x="0" y="71247"/>
                    <a:pt x="508" y="66294"/>
                    <a:pt x="1524" y="61341"/>
                  </a:cubicBezTo>
                  <a:lnTo>
                    <a:pt x="10922" y="63246"/>
                  </a:lnTo>
                  <a:lnTo>
                    <a:pt x="1524" y="61341"/>
                  </a:lnTo>
                  <a:cubicBezTo>
                    <a:pt x="2540" y="56388"/>
                    <a:pt x="3937" y="51689"/>
                    <a:pt x="5842" y="46990"/>
                  </a:cubicBezTo>
                  <a:lnTo>
                    <a:pt x="14605" y="50673"/>
                  </a:lnTo>
                  <a:lnTo>
                    <a:pt x="5842" y="46990"/>
                  </a:lnTo>
                  <a:cubicBezTo>
                    <a:pt x="7747" y="42418"/>
                    <a:pt x="10033" y="37973"/>
                    <a:pt x="12827" y="33782"/>
                  </a:cubicBezTo>
                  <a:lnTo>
                    <a:pt x="20701" y="39116"/>
                  </a:lnTo>
                  <a:lnTo>
                    <a:pt x="12827" y="33782"/>
                  </a:lnTo>
                  <a:cubicBezTo>
                    <a:pt x="15621" y="29591"/>
                    <a:pt x="18796" y="25781"/>
                    <a:pt x="22352" y="22225"/>
                  </a:cubicBezTo>
                  <a:cubicBezTo>
                    <a:pt x="25908" y="18669"/>
                    <a:pt x="29718" y="15494"/>
                    <a:pt x="33909" y="12700"/>
                  </a:cubicBezTo>
                  <a:lnTo>
                    <a:pt x="39243" y="20574"/>
                  </a:lnTo>
                  <a:lnTo>
                    <a:pt x="33909" y="12700"/>
                  </a:lnTo>
                  <a:cubicBezTo>
                    <a:pt x="38100" y="9906"/>
                    <a:pt x="42418" y="7620"/>
                    <a:pt x="47117" y="5715"/>
                  </a:cubicBezTo>
                  <a:lnTo>
                    <a:pt x="50800" y="14478"/>
                  </a:lnTo>
                  <a:lnTo>
                    <a:pt x="47117" y="5715"/>
                  </a:lnTo>
                  <a:cubicBezTo>
                    <a:pt x="51689" y="3810"/>
                    <a:pt x="56515" y="2286"/>
                    <a:pt x="61468" y="1397"/>
                  </a:cubicBezTo>
                  <a:cubicBezTo>
                    <a:pt x="66294" y="508"/>
                    <a:pt x="71247" y="0"/>
                    <a:pt x="76200" y="0"/>
                  </a:cubicBezTo>
                  <a:lnTo>
                    <a:pt x="76200" y="9525"/>
                  </a:lnTo>
                  <a:lnTo>
                    <a:pt x="76200" y="0"/>
                  </a:lnTo>
                  <a:lnTo>
                    <a:pt x="4455287" y="0"/>
                  </a:lnTo>
                  <a:lnTo>
                    <a:pt x="4455287" y="9525"/>
                  </a:lnTo>
                  <a:lnTo>
                    <a:pt x="4455287" y="0"/>
                  </a:lnTo>
                  <a:cubicBezTo>
                    <a:pt x="4461129" y="0"/>
                    <a:pt x="4466336" y="2159"/>
                    <a:pt x="4470400" y="6350"/>
                  </a:cubicBezTo>
                  <a:lnTo>
                    <a:pt x="4463669" y="13081"/>
                  </a:lnTo>
                  <a:lnTo>
                    <a:pt x="4470400" y="6350"/>
                  </a:lnTo>
                  <a:cubicBezTo>
                    <a:pt x="4474591" y="10541"/>
                    <a:pt x="4476750" y="15748"/>
                    <a:pt x="4476750" y="21590"/>
                  </a:cubicBezTo>
                  <a:lnTo>
                    <a:pt x="4467225" y="21590"/>
                  </a:lnTo>
                  <a:lnTo>
                    <a:pt x="4476750" y="21590"/>
                  </a:lnTo>
                  <a:lnTo>
                    <a:pt x="4476750" y="1083437"/>
                  </a:lnTo>
                  <a:lnTo>
                    <a:pt x="4467225" y="1083437"/>
                  </a:lnTo>
                  <a:lnTo>
                    <a:pt x="4476750" y="1083437"/>
                  </a:lnTo>
                  <a:cubicBezTo>
                    <a:pt x="4476750" y="1089279"/>
                    <a:pt x="4474591" y="1094486"/>
                    <a:pt x="4470400" y="1098550"/>
                  </a:cubicBezTo>
                  <a:lnTo>
                    <a:pt x="4463669" y="1091819"/>
                  </a:lnTo>
                  <a:lnTo>
                    <a:pt x="4470400" y="1098550"/>
                  </a:lnTo>
                  <a:cubicBezTo>
                    <a:pt x="4466336" y="1102614"/>
                    <a:pt x="4461129" y="1104773"/>
                    <a:pt x="4455287" y="1104773"/>
                  </a:cubicBezTo>
                  <a:lnTo>
                    <a:pt x="4455287" y="1095248"/>
                  </a:lnTo>
                  <a:lnTo>
                    <a:pt x="4455287" y="1104900"/>
                  </a:lnTo>
                  <a:lnTo>
                    <a:pt x="76200" y="1104900"/>
                  </a:lnTo>
                  <a:lnTo>
                    <a:pt x="76200" y="1095375"/>
                  </a:lnTo>
                  <a:lnTo>
                    <a:pt x="76200" y="1104900"/>
                  </a:lnTo>
                  <a:cubicBezTo>
                    <a:pt x="71247" y="1104900"/>
                    <a:pt x="66294" y="1104392"/>
                    <a:pt x="61341" y="1103376"/>
                  </a:cubicBezTo>
                  <a:cubicBezTo>
                    <a:pt x="56388" y="1102360"/>
                    <a:pt x="51689" y="1100963"/>
                    <a:pt x="46990" y="1099058"/>
                  </a:cubicBezTo>
                  <a:lnTo>
                    <a:pt x="50673" y="1090295"/>
                  </a:lnTo>
                  <a:lnTo>
                    <a:pt x="46990" y="1099058"/>
                  </a:lnTo>
                  <a:cubicBezTo>
                    <a:pt x="42418" y="1097153"/>
                    <a:pt x="37973" y="1094867"/>
                    <a:pt x="33782" y="1092073"/>
                  </a:cubicBezTo>
                  <a:lnTo>
                    <a:pt x="39116" y="1084199"/>
                  </a:lnTo>
                  <a:lnTo>
                    <a:pt x="33782" y="1092073"/>
                  </a:lnTo>
                  <a:cubicBezTo>
                    <a:pt x="29591" y="1089279"/>
                    <a:pt x="25781" y="1086104"/>
                    <a:pt x="22225" y="1082548"/>
                  </a:cubicBezTo>
                  <a:lnTo>
                    <a:pt x="28956" y="1075817"/>
                  </a:lnTo>
                  <a:lnTo>
                    <a:pt x="22225" y="1082548"/>
                  </a:lnTo>
                  <a:cubicBezTo>
                    <a:pt x="18669" y="1078992"/>
                    <a:pt x="15494" y="1075182"/>
                    <a:pt x="12700" y="1070991"/>
                  </a:cubicBezTo>
                  <a:lnTo>
                    <a:pt x="20574" y="1065657"/>
                  </a:lnTo>
                  <a:lnTo>
                    <a:pt x="12700" y="1070991"/>
                  </a:lnTo>
                  <a:cubicBezTo>
                    <a:pt x="9906" y="1066800"/>
                    <a:pt x="7620" y="1062355"/>
                    <a:pt x="5715" y="1057783"/>
                  </a:cubicBezTo>
                  <a:cubicBezTo>
                    <a:pt x="3810" y="1053211"/>
                    <a:pt x="2286" y="1048385"/>
                    <a:pt x="1397" y="1043432"/>
                  </a:cubicBezTo>
                  <a:cubicBezTo>
                    <a:pt x="508" y="1038606"/>
                    <a:pt x="0" y="1033653"/>
                    <a:pt x="0" y="1028700"/>
                  </a:cubicBezTo>
                  <a:lnTo>
                    <a:pt x="9525" y="1028700"/>
                  </a:lnTo>
                  <a:lnTo>
                    <a:pt x="0" y="1028700"/>
                  </a:lnTo>
                  <a:moveTo>
                    <a:pt x="19050" y="1028700"/>
                  </a:moveTo>
                  <a:cubicBezTo>
                    <a:pt x="19050" y="1032510"/>
                    <a:pt x="19431" y="1036193"/>
                    <a:pt x="20193" y="1039876"/>
                  </a:cubicBezTo>
                  <a:lnTo>
                    <a:pt x="10795" y="1041781"/>
                  </a:lnTo>
                  <a:lnTo>
                    <a:pt x="20193" y="1039876"/>
                  </a:lnTo>
                  <a:cubicBezTo>
                    <a:pt x="20955" y="1043559"/>
                    <a:pt x="21971" y="1047115"/>
                    <a:pt x="23495" y="1050544"/>
                  </a:cubicBezTo>
                  <a:lnTo>
                    <a:pt x="14732" y="1054227"/>
                  </a:lnTo>
                  <a:lnTo>
                    <a:pt x="23495" y="1050544"/>
                  </a:lnTo>
                  <a:cubicBezTo>
                    <a:pt x="24892" y="1053973"/>
                    <a:pt x="26670" y="1057275"/>
                    <a:pt x="28829" y="1060450"/>
                  </a:cubicBezTo>
                  <a:cubicBezTo>
                    <a:pt x="30861" y="1063498"/>
                    <a:pt x="33274" y="1066419"/>
                    <a:pt x="35941" y="1069086"/>
                  </a:cubicBezTo>
                  <a:cubicBezTo>
                    <a:pt x="38608" y="1071753"/>
                    <a:pt x="41402" y="1074039"/>
                    <a:pt x="44577" y="1076198"/>
                  </a:cubicBezTo>
                  <a:cubicBezTo>
                    <a:pt x="47752" y="1078357"/>
                    <a:pt x="50927" y="1080008"/>
                    <a:pt x="54483" y="1081532"/>
                  </a:cubicBezTo>
                  <a:cubicBezTo>
                    <a:pt x="57912" y="1082929"/>
                    <a:pt x="61468" y="1084072"/>
                    <a:pt x="65151" y="1084834"/>
                  </a:cubicBezTo>
                  <a:lnTo>
                    <a:pt x="63246" y="1094232"/>
                  </a:lnTo>
                  <a:lnTo>
                    <a:pt x="65151" y="1084834"/>
                  </a:lnTo>
                  <a:cubicBezTo>
                    <a:pt x="68834" y="1085596"/>
                    <a:pt x="72517" y="1085977"/>
                    <a:pt x="76327" y="1085977"/>
                  </a:cubicBezTo>
                  <a:lnTo>
                    <a:pt x="4455287" y="1085977"/>
                  </a:lnTo>
                  <a:cubicBezTo>
                    <a:pt x="4456049" y="1085977"/>
                    <a:pt x="4456430" y="1085850"/>
                    <a:pt x="4456938" y="1085215"/>
                  </a:cubicBezTo>
                  <a:cubicBezTo>
                    <a:pt x="4457446" y="1084707"/>
                    <a:pt x="4457573" y="1084326"/>
                    <a:pt x="4457573" y="1083564"/>
                  </a:cubicBezTo>
                  <a:lnTo>
                    <a:pt x="4457573" y="21463"/>
                  </a:lnTo>
                  <a:cubicBezTo>
                    <a:pt x="4457573" y="20701"/>
                    <a:pt x="4457446" y="20320"/>
                    <a:pt x="4456938" y="19812"/>
                  </a:cubicBezTo>
                  <a:cubicBezTo>
                    <a:pt x="4456430" y="19304"/>
                    <a:pt x="4456049" y="19177"/>
                    <a:pt x="4455287" y="19177"/>
                  </a:cubicBezTo>
                  <a:lnTo>
                    <a:pt x="76200" y="19177"/>
                  </a:lnTo>
                  <a:cubicBezTo>
                    <a:pt x="72390" y="19177"/>
                    <a:pt x="68707" y="19558"/>
                    <a:pt x="65024" y="20320"/>
                  </a:cubicBezTo>
                  <a:lnTo>
                    <a:pt x="63119" y="10922"/>
                  </a:lnTo>
                  <a:lnTo>
                    <a:pt x="65024" y="20320"/>
                  </a:lnTo>
                  <a:cubicBezTo>
                    <a:pt x="61341" y="21082"/>
                    <a:pt x="57785" y="22098"/>
                    <a:pt x="54356" y="23622"/>
                  </a:cubicBezTo>
                  <a:cubicBezTo>
                    <a:pt x="50927" y="25019"/>
                    <a:pt x="47625" y="26797"/>
                    <a:pt x="44450" y="28956"/>
                  </a:cubicBezTo>
                  <a:cubicBezTo>
                    <a:pt x="41402" y="30988"/>
                    <a:pt x="38481" y="33401"/>
                    <a:pt x="35814" y="36068"/>
                  </a:cubicBezTo>
                  <a:lnTo>
                    <a:pt x="29083" y="29337"/>
                  </a:lnTo>
                  <a:lnTo>
                    <a:pt x="35814" y="36068"/>
                  </a:lnTo>
                  <a:cubicBezTo>
                    <a:pt x="33147" y="38735"/>
                    <a:pt x="30734" y="41656"/>
                    <a:pt x="28702" y="44704"/>
                  </a:cubicBezTo>
                  <a:cubicBezTo>
                    <a:pt x="26670" y="47879"/>
                    <a:pt x="24892" y="51054"/>
                    <a:pt x="23368" y="54610"/>
                  </a:cubicBezTo>
                  <a:cubicBezTo>
                    <a:pt x="21971" y="58039"/>
                    <a:pt x="20828" y="61595"/>
                    <a:pt x="20066" y="65278"/>
                  </a:cubicBezTo>
                  <a:cubicBezTo>
                    <a:pt x="19304" y="68961"/>
                    <a:pt x="18923" y="72644"/>
                    <a:pt x="18923" y="76454"/>
                  </a:cubicBezTo>
                  <a:lnTo>
                    <a:pt x="18923" y="1028700"/>
                  </a:ln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7" name="Freeform 7"/>
            <p:cNvSpPr/>
            <p:nvPr/>
          </p:nvSpPr>
          <p:spPr>
            <a:xfrm>
              <a:off x="63500" y="63500"/>
              <a:ext cx="76200" cy="1104900"/>
            </a:xfrm>
            <a:custGeom>
              <a:avLst/>
              <a:gdLst/>
              <a:ahLst/>
              <a:cxnLst/>
              <a:rect l="l" t="t" r="r" b="b"/>
              <a:pathLst>
                <a:path w="76200" h="1104900">
                  <a:moveTo>
                    <a:pt x="0" y="10834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76200" y="0"/>
                  </a:lnTo>
                  <a:lnTo>
                    <a:pt x="76200" y="1104900"/>
                  </a:lnTo>
                  <a:lnTo>
                    <a:pt x="21463" y="1104900"/>
                  </a:lnTo>
                  <a:cubicBezTo>
                    <a:pt x="18669" y="1104900"/>
                    <a:pt x="15875" y="1104392"/>
                    <a:pt x="13208" y="1103249"/>
                  </a:cubicBezTo>
                  <a:cubicBezTo>
                    <a:pt x="10541" y="1102106"/>
                    <a:pt x="8255" y="1100582"/>
                    <a:pt x="6223" y="1098677"/>
                  </a:cubicBezTo>
                  <a:cubicBezTo>
                    <a:pt x="4191" y="1096772"/>
                    <a:pt x="2667" y="1094359"/>
                    <a:pt x="1651" y="1091692"/>
                  </a:cubicBezTo>
                  <a:cubicBezTo>
                    <a:pt x="635" y="1089025"/>
                    <a:pt x="0" y="1086358"/>
                    <a:pt x="0" y="1083437"/>
                  </a:cubicBezTo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99197" y="3914975"/>
            <a:ext cx="4603747" cy="1231897"/>
            <a:chOff x="0" y="0"/>
            <a:chExt cx="4603750" cy="1231900"/>
          </a:xfrm>
        </p:grpSpPr>
        <p:sp>
          <p:nvSpPr>
            <p:cNvPr id="9" name="Freeform 9"/>
            <p:cNvSpPr/>
            <p:nvPr/>
          </p:nvSpPr>
          <p:spPr>
            <a:xfrm>
              <a:off x="73025" y="73025"/>
              <a:ext cx="4457573" cy="1085723"/>
            </a:xfrm>
            <a:custGeom>
              <a:avLst/>
              <a:gdLst/>
              <a:ahLst/>
              <a:cxnLst/>
              <a:rect l="l" t="t" r="r" b="b"/>
              <a:pathLst>
                <a:path w="4457573" h="1085723">
                  <a:moveTo>
                    <a:pt x="0" y="1019175"/>
                  </a:moveTo>
                  <a:lnTo>
                    <a:pt x="0" y="66675"/>
                  </a:lnTo>
                  <a:cubicBezTo>
                    <a:pt x="0" y="62230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4445762" y="0"/>
                  </a:lnTo>
                  <a:cubicBezTo>
                    <a:pt x="4449064" y="0"/>
                    <a:pt x="4451858" y="1143"/>
                    <a:pt x="4454144" y="3429"/>
                  </a:cubicBezTo>
                  <a:cubicBezTo>
                    <a:pt x="4456430" y="5715"/>
                    <a:pt x="4457573" y="8509"/>
                    <a:pt x="4457573" y="11811"/>
                  </a:cubicBezTo>
                  <a:lnTo>
                    <a:pt x="4457573" y="1073912"/>
                  </a:lnTo>
                  <a:cubicBezTo>
                    <a:pt x="4457573" y="1077214"/>
                    <a:pt x="4456430" y="1080008"/>
                    <a:pt x="4454144" y="1082294"/>
                  </a:cubicBezTo>
                  <a:cubicBezTo>
                    <a:pt x="4451858" y="1084580"/>
                    <a:pt x="4449064" y="1085723"/>
                    <a:pt x="4445762" y="1085723"/>
                  </a:cubicBezTo>
                  <a:lnTo>
                    <a:pt x="66675" y="1085723"/>
                  </a:lnTo>
                  <a:cubicBezTo>
                    <a:pt x="62230" y="1085723"/>
                    <a:pt x="57912" y="1085342"/>
                    <a:pt x="53721" y="1084453"/>
                  </a:cubicBezTo>
                  <a:cubicBezTo>
                    <a:pt x="49530" y="1083564"/>
                    <a:pt x="45212" y="1082294"/>
                    <a:pt x="41275" y="1080643"/>
                  </a:cubicBezTo>
                  <a:cubicBezTo>
                    <a:pt x="37338" y="1078992"/>
                    <a:pt x="33401" y="1076960"/>
                    <a:pt x="29718" y="1074420"/>
                  </a:cubicBezTo>
                  <a:cubicBezTo>
                    <a:pt x="26035" y="1071880"/>
                    <a:pt x="22733" y="1069213"/>
                    <a:pt x="19558" y="1066165"/>
                  </a:cubicBezTo>
                  <a:cubicBezTo>
                    <a:pt x="16383" y="1063117"/>
                    <a:pt x="13716" y="1059688"/>
                    <a:pt x="11303" y="1056005"/>
                  </a:cubicBezTo>
                  <a:cubicBezTo>
                    <a:pt x="8890" y="1052322"/>
                    <a:pt x="6858" y="1048512"/>
                    <a:pt x="5080" y="1044448"/>
                  </a:cubicBezTo>
                  <a:cubicBezTo>
                    <a:pt x="3302" y="1040384"/>
                    <a:pt x="2159" y="1036193"/>
                    <a:pt x="1270" y="1031875"/>
                  </a:cubicBezTo>
                  <a:cubicBezTo>
                    <a:pt x="381" y="1027557"/>
                    <a:pt x="0" y="1023239"/>
                    <a:pt x="0" y="1018921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3500" y="63500"/>
              <a:ext cx="4476750" cy="1104900"/>
            </a:xfrm>
            <a:custGeom>
              <a:avLst/>
              <a:gdLst/>
              <a:ahLst/>
              <a:cxnLst/>
              <a:rect l="l" t="t" r="r" b="b"/>
              <a:pathLst>
                <a:path w="4476750" h="1104900">
                  <a:moveTo>
                    <a:pt x="0" y="1028700"/>
                  </a:moveTo>
                  <a:lnTo>
                    <a:pt x="0" y="76200"/>
                  </a:lnTo>
                  <a:lnTo>
                    <a:pt x="9525" y="76200"/>
                  </a:lnTo>
                  <a:lnTo>
                    <a:pt x="0" y="76200"/>
                  </a:lnTo>
                  <a:cubicBezTo>
                    <a:pt x="0" y="71247"/>
                    <a:pt x="508" y="66294"/>
                    <a:pt x="1524" y="61341"/>
                  </a:cubicBezTo>
                  <a:lnTo>
                    <a:pt x="10922" y="63246"/>
                  </a:lnTo>
                  <a:lnTo>
                    <a:pt x="1524" y="61341"/>
                  </a:lnTo>
                  <a:cubicBezTo>
                    <a:pt x="2540" y="56388"/>
                    <a:pt x="3937" y="51689"/>
                    <a:pt x="5842" y="46990"/>
                  </a:cubicBezTo>
                  <a:lnTo>
                    <a:pt x="14605" y="50673"/>
                  </a:lnTo>
                  <a:lnTo>
                    <a:pt x="5842" y="46990"/>
                  </a:lnTo>
                  <a:cubicBezTo>
                    <a:pt x="7747" y="42418"/>
                    <a:pt x="10033" y="37973"/>
                    <a:pt x="12827" y="33782"/>
                  </a:cubicBezTo>
                  <a:lnTo>
                    <a:pt x="20701" y="39116"/>
                  </a:lnTo>
                  <a:lnTo>
                    <a:pt x="12827" y="33782"/>
                  </a:lnTo>
                  <a:cubicBezTo>
                    <a:pt x="15621" y="29591"/>
                    <a:pt x="18796" y="25781"/>
                    <a:pt x="22352" y="22225"/>
                  </a:cubicBezTo>
                  <a:lnTo>
                    <a:pt x="29083" y="28956"/>
                  </a:lnTo>
                  <a:lnTo>
                    <a:pt x="22352" y="22225"/>
                  </a:lnTo>
                  <a:cubicBezTo>
                    <a:pt x="25908" y="18669"/>
                    <a:pt x="29718" y="15494"/>
                    <a:pt x="33909" y="12700"/>
                  </a:cubicBezTo>
                  <a:lnTo>
                    <a:pt x="39243" y="20574"/>
                  </a:lnTo>
                  <a:lnTo>
                    <a:pt x="33909" y="12700"/>
                  </a:lnTo>
                  <a:cubicBezTo>
                    <a:pt x="38100" y="9906"/>
                    <a:pt x="42418" y="7620"/>
                    <a:pt x="47117" y="5715"/>
                  </a:cubicBezTo>
                  <a:lnTo>
                    <a:pt x="50800" y="14478"/>
                  </a:lnTo>
                  <a:lnTo>
                    <a:pt x="47117" y="5715"/>
                  </a:lnTo>
                  <a:cubicBezTo>
                    <a:pt x="51689" y="3810"/>
                    <a:pt x="56515" y="2286"/>
                    <a:pt x="61468" y="1397"/>
                  </a:cubicBezTo>
                  <a:cubicBezTo>
                    <a:pt x="66294" y="508"/>
                    <a:pt x="71247" y="0"/>
                    <a:pt x="76200" y="0"/>
                  </a:cubicBezTo>
                  <a:lnTo>
                    <a:pt x="76200" y="9525"/>
                  </a:lnTo>
                  <a:lnTo>
                    <a:pt x="76200" y="0"/>
                  </a:lnTo>
                  <a:lnTo>
                    <a:pt x="4455287" y="0"/>
                  </a:lnTo>
                  <a:lnTo>
                    <a:pt x="4455287" y="9525"/>
                  </a:lnTo>
                  <a:lnTo>
                    <a:pt x="4455287" y="0"/>
                  </a:lnTo>
                  <a:cubicBezTo>
                    <a:pt x="4461129" y="0"/>
                    <a:pt x="4466336" y="2159"/>
                    <a:pt x="4470400" y="6350"/>
                  </a:cubicBezTo>
                  <a:lnTo>
                    <a:pt x="4463669" y="13081"/>
                  </a:lnTo>
                  <a:lnTo>
                    <a:pt x="4470400" y="6350"/>
                  </a:lnTo>
                  <a:cubicBezTo>
                    <a:pt x="4474591" y="10541"/>
                    <a:pt x="4476750" y="15748"/>
                    <a:pt x="4476750" y="21590"/>
                  </a:cubicBezTo>
                  <a:lnTo>
                    <a:pt x="4467225" y="21590"/>
                  </a:lnTo>
                  <a:lnTo>
                    <a:pt x="4476750" y="21590"/>
                  </a:lnTo>
                  <a:lnTo>
                    <a:pt x="4476750" y="1083437"/>
                  </a:lnTo>
                  <a:lnTo>
                    <a:pt x="4467225" y="1083437"/>
                  </a:lnTo>
                  <a:lnTo>
                    <a:pt x="4476750" y="1083437"/>
                  </a:lnTo>
                  <a:cubicBezTo>
                    <a:pt x="4476750" y="1089279"/>
                    <a:pt x="4474591" y="1094486"/>
                    <a:pt x="4470400" y="1098550"/>
                  </a:cubicBezTo>
                  <a:lnTo>
                    <a:pt x="4463669" y="1091819"/>
                  </a:lnTo>
                  <a:lnTo>
                    <a:pt x="4470400" y="1098550"/>
                  </a:lnTo>
                  <a:cubicBezTo>
                    <a:pt x="4466336" y="1102741"/>
                    <a:pt x="4461002" y="1104900"/>
                    <a:pt x="4455287" y="1104900"/>
                  </a:cubicBezTo>
                  <a:lnTo>
                    <a:pt x="4455287" y="1095375"/>
                  </a:lnTo>
                  <a:lnTo>
                    <a:pt x="4455287" y="1104900"/>
                  </a:lnTo>
                  <a:lnTo>
                    <a:pt x="76200" y="1104900"/>
                  </a:lnTo>
                  <a:lnTo>
                    <a:pt x="76200" y="1095375"/>
                  </a:lnTo>
                  <a:lnTo>
                    <a:pt x="76200" y="1104900"/>
                  </a:lnTo>
                  <a:cubicBezTo>
                    <a:pt x="71247" y="1104900"/>
                    <a:pt x="66294" y="1104392"/>
                    <a:pt x="61341" y="1103376"/>
                  </a:cubicBezTo>
                  <a:cubicBezTo>
                    <a:pt x="56388" y="1102360"/>
                    <a:pt x="51689" y="1100963"/>
                    <a:pt x="46990" y="1099058"/>
                  </a:cubicBezTo>
                  <a:lnTo>
                    <a:pt x="50673" y="1090295"/>
                  </a:lnTo>
                  <a:lnTo>
                    <a:pt x="46990" y="1099058"/>
                  </a:lnTo>
                  <a:cubicBezTo>
                    <a:pt x="42418" y="1097153"/>
                    <a:pt x="37973" y="1094867"/>
                    <a:pt x="33782" y="1092073"/>
                  </a:cubicBezTo>
                  <a:lnTo>
                    <a:pt x="39116" y="1084199"/>
                  </a:lnTo>
                  <a:lnTo>
                    <a:pt x="33782" y="1092073"/>
                  </a:lnTo>
                  <a:cubicBezTo>
                    <a:pt x="29591" y="1089279"/>
                    <a:pt x="25781" y="1086104"/>
                    <a:pt x="22225" y="1082548"/>
                  </a:cubicBezTo>
                  <a:lnTo>
                    <a:pt x="28956" y="1075817"/>
                  </a:lnTo>
                  <a:lnTo>
                    <a:pt x="22225" y="1082548"/>
                  </a:lnTo>
                  <a:cubicBezTo>
                    <a:pt x="18669" y="1078992"/>
                    <a:pt x="15494" y="1075182"/>
                    <a:pt x="12700" y="1070991"/>
                  </a:cubicBezTo>
                  <a:lnTo>
                    <a:pt x="20574" y="1065657"/>
                  </a:lnTo>
                  <a:lnTo>
                    <a:pt x="12700" y="1070991"/>
                  </a:lnTo>
                  <a:cubicBezTo>
                    <a:pt x="9906" y="1066800"/>
                    <a:pt x="7620" y="1062355"/>
                    <a:pt x="5715" y="1057783"/>
                  </a:cubicBezTo>
                  <a:cubicBezTo>
                    <a:pt x="3810" y="1053211"/>
                    <a:pt x="2286" y="1048385"/>
                    <a:pt x="1397" y="1043432"/>
                  </a:cubicBezTo>
                  <a:cubicBezTo>
                    <a:pt x="508" y="1038606"/>
                    <a:pt x="0" y="1033653"/>
                    <a:pt x="0" y="1028700"/>
                  </a:cubicBezTo>
                  <a:lnTo>
                    <a:pt x="9525" y="1028700"/>
                  </a:lnTo>
                  <a:lnTo>
                    <a:pt x="0" y="1028700"/>
                  </a:lnTo>
                  <a:moveTo>
                    <a:pt x="19050" y="1028700"/>
                  </a:moveTo>
                  <a:cubicBezTo>
                    <a:pt x="19050" y="1032510"/>
                    <a:pt x="19431" y="1036193"/>
                    <a:pt x="20193" y="1039876"/>
                  </a:cubicBezTo>
                  <a:lnTo>
                    <a:pt x="10795" y="1041781"/>
                  </a:lnTo>
                  <a:lnTo>
                    <a:pt x="20193" y="1039876"/>
                  </a:lnTo>
                  <a:cubicBezTo>
                    <a:pt x="20955" y="1043559"/>
                    <a:pt x="21971" y="1047115"/>
                    <a:pt x="23495" y="1050544"/>
                  </a:cubicBezTo>
                  <a:lnTo>
                    <a:pt x="14732" y="1054227"/>
                  </a:lnTo>
                  <a:lnTo>
                    <a:pt x="23495" y="1050544"/>
                  </a:lnTo>
                  <a:cubicBezTo>
                    <a:pt x="24892" y="1053973"/>
                    <a:pt x="26670" y="1057275"/>
                    <a:pt x="28829" y="1060450"/>
                  </a:cubicBezTo>
                  <a:cubicBezTo>
                    <a:pt x="30861" y="1063498"/>
                    <a:pt x="33274" y="1066419"/>
                    <a:pt x="35941" y="1069086"/>
                  </a:cubicBezTo>
                  <a:cubicBezTo>
                    <a:pt x="38608" y="1071753"/>
                    <a:pt x="41402" y="1074039"/>
                    <a:pt x="44577" y="1076198"/>
                  </a:cubicBezTo>
                  <a:cubicBezTo>
                    <a:pt x="47752" y="1078230"/>
                    <a:pt x="50927" y="1080008"/>
                    <a:pt x="54483" y="1081532"/>
                  </a:cubicBezTo>
                  <a:cubicBezTo>
                    <a:pt x="57912" y="1082929"/>
                    <a:pt x="61468" y="1084072"/>
                    <a:pt x="65151" y="1084834"/>
                  </a:cubicBezTo>
                  <a:lnTo>
                    <a:pt x="63246" y="1094232"/>
                  </a:lnTo>
                  <a:lnTo>
                    <a:pt x="65151" y="1084834"/>
                  </a:lnTo>
                  <a:cubicBezTo>
                    <a:pt x="68834" y="1085596"/>
                    <a:pt x="72517" y="1085977"/>
                    <a:pt x="76327" y="1085977"/>
                  </a:cubicBezTo>
                  <a:lnTo>
                    <a:pt x="4455287" y="1085977"/>
                  </a:lnTo>
                  <a:cubicBezTo>
                    <a:pt x="4456049" y="1085977"/>
                    <a:pt x="4456430" y="1085850"/>
                    <a:pt x="4456938" y="1085342"/>
                  </a:cubicBezTo>
                  <a:cubicBezTo>
                    <a:pt x="4457446" y="1084834"/>
                    <a:pt x="4457573" y="1084453"/>
                    <a:pt x="4457573" y="1083691"/>
                  </a:cubicBezTo>
                  <a:lnTo>
                    <a:pt x="4457573" y="21463"/>
                  </a:lnTo>
                  <a:cubicBezTo>
                    <a:pt x="4457573" y="20701"/>
                    <a:pt x="4457446" y="20320"/>
                    <a:pt x="4456938" y="19812"/>
                  </a:cubicBezTo>
                  <a:cubicBezTo>
                    <a:pt x="4456430" y="19304"/>
                    <a:pt x="4456049" y="19177"/>
                    <a:pt x="4455287" y="19177"/>
                  </a:cubicBezTo>
                  <a:lnTo>
                    <a:pt x="76200" y="19177"/>
                  </a:lnTo>
                  <a:cubicBezTo>
                    <a:pt x="72390" y="19177"/>
                    <a:pt x="68707" y="19558"/>
                    <a:pt x="65024" y="20320"/>
                  </a:cubicBezTo>
                  <a:lnTo>
                    <a:pt x="63119" y="10922"/>
                  </a:lnTo>
                  <a:lnTo>
                    <a:pt x="65024" y="20320"/>
                  </a:lnTo>
                  <a:cubicBezTo>
                    <a:pt x="61341" y="21082"/>
                    <a:pt x="57785" y="22098"/>
                    <a:pt x="54356" y="23622"/>
                  </a:cubicBezTo>
                  <a:cubicBezTo>
                    <a:pt x="50927" y="25019"/>
                    <a:pt x="47625" y="26797"/>
                    <a:pt x="44450" y="28956"/>
                  </a:cubicBezTo>
                  <a:cubicBezTo>
                    <a:pt x="41402" y="30988"/>
                    <a:pt x="38481" y="33401"/>
                    <a:pt x="35814" y="36068"/>
                  </a:cubicBezTo>
                  <a:cubicBezTo>
                    <a:pt x="33147" y="38735"/>
                    <a:pt x="30734" y="41656"/>
                    <a:pt x="28702" y="44704"/>
                  </a:cubicBezTo>
                  <a:cubicBezTo>
                    <a:pt x="26670" y="47879"/>
                    <a:pt x="24892" y="51054"/>
                    <a:pt x="23368" y="54610"/>
                  </a:cubicBezTo>
                  <a:cubicBezTo>
                    <a:pt x="21971" y="58039"/>
                    <a:pt x="20828" y="61595"/>
                    <a:pt x="20066" y="65278"/>
                  </a:cubicBezTo>
                  <a:cubicBezTo>
                    <a:pt x="19304" y="68961"/>
                    <a:pt x="18923" y="72644"/>
                    <a:pt x="18923" y="76454"/>
                  </a:cubicBezTo>
                  <a:lnTo>
                    <a:pt x="18923" y="1028700"/>
                  </a:ln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63500" y="63500"/>
              <a:ext cx="76200" cy="1104900"/>
            </a:xfrm>
            <a:custGeom>
              <a:avLst/>
              <a:gdLst/>
              <a:ahLst/>
              <a:cxnLst/>
              <a:rect l="l" t="t" r="r" b="b"/>
              <a:pathLst>
                <a:path w="76200" h="1104900">
                  <a:moveTo>
                    <a:pt x="0" y="10834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76200" y="0"/>
                  </a:lnTo>
                  <a:lnTo>
                    <a:pt x="76200" y="1104900"/>
                  </a:lnTo>
                  <a:lnTo>
                    <a:pt x="21463" y="1104900"/>
                  </a:lnTo>
                  <a:cubicBezTo>
                    <a:pt x="18669" y="1104900"/>
                    <a:pt x="15875" y="1104392"/>
                    <a:pt x="13208" y="1103249"/>
                  </a:cubicBezTo>
                  <a:cubicBezTo>
                    <a:pt x="10541" y="1102106"/>
                    <a:pt x="8255" y="1100582"/>
                    <a:pt x="6223" y="1098677"/>
                  </a:cubicBezTo>
                  <a:cubicBezTo>
                    <a:pt x="4191" y="1096772"/>
                    <a:pt x="2667" y="1094359"/>
                    <a:pt x="1651" y="1091692"/>
                  </a:cubicBezTo>
                  <a:cubicBezTo>
                    <a:pt x="635" y="1089025"/>
                    <a:pt x="0" y="1086358"/>
                    <a:pt x="0" y="1083437"/>
                  </a:cubicBezTo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299197" y="5191325"/>
            <a:ext cx="4603747" cy="1508122"/>
            <a:chOff x="0" y="0"/>
            <a:chExt cx="4603750" cy="1508125"/>
          </a:xfrm>
        </p:grpSpPr>
        <p:sp>
          <p:nvSpPr>
            <p:cNvPr id="13" name="Freeform 13"/>
            <p:cNvSpPr/>
            <p:nvPr/>
          </p:nvSpPr>
          <p:spPr>
            <a:xfrm>
              <a:off x="73025" y="73025"/>
              <a:ext cx="4457573" cy="1362075"/>
            </a:xfrm>
            <a:custGeom>
              <a:avLst/>
              <a:gdLst/>
              <a:ahLst/>
              <a:cxnLst/>
              <a:rect l="l" t="t" r="r" b="b"/>
              <a:pathLst>
                <a:path w="4457573" h="1362075">
                  <a:moveTo>
                    <a:pt x="0" y="1295400"/>
                  </a:moveTo>
                  <a:lnTo>
                    <a:pt x="0" y="66675"/>
                  </a:lnTo>
                  <a:cubicBezTo>
                    <a:pt x="0" y="62230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4445762" y="0"/>
                  </a:lnTo>
                  <a:cubicBezTo>
                    <a:pt x="4449064" y="0"/>
                    <a:pt x="4451858" y="1143"/>
                    <a:pt x="4454144" y="3429"/>
                  </a:cubicBezTo>
                  <a:cubicBezTo>
                    <a:pt x="4456430" y="5715"/>
                    <a:pt x="4457573" y="8509"/>
                    <a:pt x="4457573" y="11811"/>
                  </a:cubicBezTo>
                  <a:lnTo>
                    <a:pt x="4457573" y="1350137"/>
                  </a:lnTo>
                  <a:cubicBezTo>
                    <a:pt x="4457573" y="1353439"/>
                    <a:pt x="4456430" y="1356233"/>
                    <a:pt x="4454144" y="1358519"/>
                  </a:cubicBezTo>
                  <a:cubicBezTo>
                    <a:pt x="4451858" y="1360805"/>
                    <a:pt x="4449064" y="1362075"/>
                    <a:pt x="4445762" y="1362075"/>
                  </a:cubicBezTo>
                  <a:lnTo>
                    <a:pt x="66675" y="1362075"/>
                  </a:lnTo>
                  <a:cubicBezTo>
                    <a:pt x="62230" y="1362075"/>
                    <a:pt x="57912" y="1361694"/>
                    <a:pt x="53721" y="1360805"/>
                  </a:cubicBezTo>
                  <a:cubicBezTo>
                    <a:pt x="49530" y="1359916"/>
                    <a:pt x="45212" y="1358646"/>
                    <a:pt x="41275" y="1356995"/>
                  </a:cubicBezTo>
                  <a:cubicBezTo>
                    <a:pt x="37338" y="1355344"/>
                    <a:pt x="33401" y="1353312"/>
                    <a:pt x="29718" y="1350772"/>
                  </a:cubicBezTo>
                  <a:cubicBezTo>
                    <a:pt x="26035" y="1348232"/>
                    <a:pt x="22733" y="1345565"/>
                    <a:pt x="19558" y="1342517"/>
                  </a:cubicBezTo>
                  <a:cubicBezTo>
                    <a:pt x="16383" y="1339469"/>
                    <a:pt x="13716" y="1336040"/>
                    <a:pt x="11303" y="1332357"/>
                  </a:cubicBezTo>
                  <a:cubicBezTo>
                    <a:pt x="8890" y="1328674"/>
                    <a:pt x="6858" y="1324864"/>
                    <a:pt x="5080" y="1320800"/>
                  </a:cubicBezTo>
                  <a:cubicBezTo>
                    <a:pt x="3302" y="1316736"/>
                    <a:pt x="2159" y="1312545"/>
                    <a:pt x="1270" y="1308227"/>
                  </a:cubicBezTo>
                  <a:cubicBezTo>
                    <a:pt x="381" y="1303909"/>
                    <a:pt x="0" y="1299591"/>
                    <a:pt x="0" y="1295273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373" y="63500"/>
              <a:ext cx="4476877" cy="1381125"/>
            </a:xfrm>
            <a:custGeom>
              <a:avLst/>
              <a:gdLst/>
              <a:ahLst/>
              <a:cxnLst/>
              <a:rect l="l" t="t" r="r" b="b"/>
              <a:pathLst>
                <a:path w="4476877" h="1381125">
                  <a:moveTo>
                    <a:pt x="127" y="1304925"/>
                  </a:moveTo>
                  <a:lnTo>
                    <a:pt x="127" y="76200"/>
                  </a:lnTo>
                  <a:lnTo>
                    <a:pt x="9652" y="76200"/>
                  </a:lnTo>
                  <a:lnTo>
                    <a:pt x="127" y="76200"/>
                  </a:lnTo>
                  <a:cubicBezTo>
                    <a:pt x="127" y="71247"/>
                    <a:pt x="635" y="66294"/>
                    <a:pt x="1651" y="61341"/>
                  </a:cubicBezTo>
                  <a:lnTo>
                    <a:pt x="11049" y="63246"/>
                  </a:lnTo>
                  <a:lnTo>
                    <a:pt x="1651" y="61341"/>
                  </a:lnTo>
                  <a:cubicBezTo>
                    <a:pt x="2667" y="56388"/>
                    <a:pt x="4064" y="51689"/>
                    <a:pt x="5969" y="46990"/>
                  </a:cubicBezTo>
                  <a:lnTo>
                    <a:pt x="14732" y="50673"/>
                  </a:lnTo>
                  <a:lnTo>
                    <a:pt x="5969" y="46990"/>
                  </a:lnTo>
                  <a:cubicBezTo>
                    <a:pt x="7874" y="42418"/>
                    <a:pt x="10160" y="37973"/>
                    <a:pt x="12954" y="33782"/>
                  </a:cubicBezTo>
                  <a:lnTo>
                    <a:pt x="20828" y="39116"/>
                  </a:lnTo>
                  <a:lnTo>
                    <a:pt x="12954" y="33782"/>
                  </a:lnTo>
                  <a:cubicBezTo>
                    <a:pt x="15748" y="29591"/>
                    <a:pt x="18923" y="25781"/>
                    <a:pt x="22479" y="22225"/>
                  </a:cubicBezTo>
                  <a:lnTo>
                    <a:pt x="29210" y="28956"/>
                  </a:lnTo>
                  <a:lnTo>
                    <a:pt x="22479" y="22225"/>
                  </a:lnTo>
                  <a:cubicBezTo>
                    <a:pt x="26035" y="18669"/>
                    <a:pt x="29845" y="15494"/>
                    <a:pt x="34036" y="12700"/>
                  </a:cubicBezTo>
                  <a:lnTo>
                    <a:pt x="39370" y="20574"/>
                  </a:lnTo>
                  <a:lnTo>
                    <a:pt x="34036" y="12700"/>
                  </a:lnTo>
                  <a:cubicBezTo>
                    <a:pt x="38227" y="9906"/>
                    <a:pt x="42545" y="7620"/>
                    <a:pt x="47244" y="5715"/>
                  </a:cubicBezTo>
                  <a:lnTo>
                    <a:pt x="50927" y="14478"/>
                  </a:lnTo>
                  <a:lnTo>
                    <a:pt x="47244" y="5715"/>
                  </a:lnTo>
                  <a:cubicBezTo>
                    <a:pt x="51816" y="3810"/>
                    <a:pt x="56642" y="2286"/>
                    <a:pt x="61595" y="1397"/>
                  </a:cubicBez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4455414" y="0"/>
                  </a:lnTo>
                  <a:lnTo>
                    <a:pt x="4455414" y="9525"/>
                  </a:lnTo>
                  <a:lnTo>
                    <a:pt x="4455414" y="0"/>
                  </a:lnTo>
                  <a:cubicBezTo>
                    <a:pt x="4461256" y="0"/>
                    <a:pt x="4466463" y="2159"/>
                    <a:pt x="4470527" y="6350"/>
                  </a:cubicBezTo>
                  <a:lnTo>
                    <a:pt x="4463796" y="13081"/>
                  </a:lnTo>
                  <a:lnTo>
                    <a:pt x="4470527" y="6350"/>
                  </a:lnTo>
                  <a:cubicBezTo>
                    <a:pt x="4474718" y="10541"/>
                    <a:pt x="4476877" y="15748"/>
                    <a:pt x="4476877" y="21590"/>
                  </a:cubicBezTo>
                  <a:lnTo>
                    <a:pt x="4467352" y="21590"/>
                  </a:lnTo>
                  <a:lnTo>
                    <a:pt x="4476877" y="21590"/>
                  </a:lnTo>
                  <a:lnTo>
                    <a:pt x="4476877" y="1359662"/>
                  </a:lnTo>
                  <a:lnTo>
                    <a:pt x="4467352" y="1359662"/>
                  </a:lnTo>
                  <a:lnTo>
                    <a:pt x="4476877" y="1359662"/>
                  </a:lnTo>
                  <a:cubicBezTo>
                    <a:pt x="4476877" y="1365504"/>
                    <a:pt x="4474718" y="1370711"/>
                    <a:pt x="4470527" y="1374775"/>
                  </a:cubicBezTo>
                  <a:lnTo>
                    <a:pt x="4463796" y="1368044"/>
                  </a:lnTo>
                  <a:lnTo>
                    <a:pt x="4470527" y="1374775"/>
                  </a:lnTo>
                  <a:cubicBezTo>
                    <a:pt x="4466463" y="1378839"/>
                    <a:pt x="4461256" y="1380998"/>
                    <a:pt x="4455414" y="1380998"/>
                  </a:cubicBezTo>
                  <a:lnTo>
                    <a:pt x="4455414" y="1371600"/>
                  </a:lnTo>
                  <a:lnTo>
                    <a:pt x="4455414" y="1381125"/>
                  </a:lnTo>
                  <a:lnTo>
                    <a:pt x="76327" y="1381125"/>
                  </a:lnTo>
                  <a:lnTo>
                    <a:pt x="76327" y="1371600"/>
                  </a:lnTo>
                  <a:lnTo>
                    <a:pt x="76327" y="1381125"/>
                  </a:lnTo>
                  <a:cubicBezTo>
                    <a:pt x="71374" y="1381125"/>
                    <a:pt x="66421" y="1380617"/>
                    <a:pt x="61468" y="1379601"/>
                  </a:cubicBezTo>
                  <a:cubicBezTo>
                    <a:pt x="56515" y="1378585"/>
                    <a:pt x="51816" y="1377188"/>
                    <a:pt x="47117" y="1375283"/>
                  </a:cubicBezTo>
                  <a:lnTo>
                    <a:pt x="50800" y="1366520"/>
                  </a:lnTo>
                  <a:lnTo>
                    <a:pt x="47117" y="1375283"/>
                  </a:lnTo>
                  <a:cubicBezTo>
                    <a:pt x="42545" y="1373378"/>
                    <a:pt x="38100" y="1371092"/>
                    <a:pt x="33909" y="1368298"/>
                  </a:cubicBezTo>
                  <a:lnTo>
                    <a:pt x="39243" y="1360424"/>
                  </a:lnTo>
                  <a:lnTo>
                    <a:pt x="33909" y="1368298"/>
                  </a:lnTo>
                  <a:cubicBezTo>
                    <a:pt x="29718" y="1365504"/>
                    <a:pt x="25908" y="1362329"/>
                    <a:pt x="22352" y="1358773"/>
                  </a:cubicBezTo>
                  <a:lnTo>
                    <a:pt x="29083" y="1352042"/>
                  </a:lnTo>
                  <a:lnTo>
                    <a:pt x="22352" y="1358773"/>
                  </a:lnTo>
                  <a:cubicBezTo>
                    <a:pt x="18796" y="1355217"/>
                    <a:pt x="15621" y="1351407"/>
                    <a:pt x="12827" y="1347216"/>
                  </a:cubicBezTo>
                  <a:lnTo>
                    <a:pt x="20701" y="1341882"/>
                  </a:lnTo>
                  <a:lnTo>
                    <a:pt x="12827" y="1347216"/>
                  </a:lnTo>
                  <a:cubicBezTo>
                    <a:pt x="10033" y="1343025"/>
                    <a:pt x="7747" y="1338580"/>
                    <a:pt x="5842" y="1334008"/>
                  </a:cubicBezTo>
                  <a:cubicBezTo>
                    <a:pt x="3937" y="1329436"/>
                    <a:pt x="2413" y="1324610"/>
                    <a:pt x="1524" y="1319657"/>
                  </a:cubicBezTo>
                  <a:cubicBezTo>
                    <a:pt x="508" y="1314704"/>
                    <a:pt x="0" y="1309751"/>
                    <a:pt x="0" y="1304798"/>
                  </a:cubicBezTo>
                  <a:lnTo>
                    <a:pt x="9525" y="1304798"/>
                  </a:lnTo>
                  <a:lnTo>
                    <a:pt x="127" y="1304798"/>
                  </a:lnTo>
                  <a:moveTo>
                    <a:pt x="19177" y="1304798"/>
                  </a:moveTo>
                  <a:cubicBezTo>
                    <a:pt x="19177" y="1308608"/>
                    <a:pt x="19558" y="1312291"/>
                    <a:pt x="20320" y="1315974"/>
                  </a:cubicBezTo>
                  <a:lnTo>
                    <a:pt x="10922" y="1317879"/>
                  </a:lnTo>
                  <a:lnTo>
                    <a:pt x="20320" y="1315974"/>
                  </a:lnTo>
                  <a:cubicBezTo>
                    <a:pt x="21082" y="1319657"/>
                    <a:pt x="22098" y="1323213"/>
                    <a:pt x="23622" y="1326642"/>
                  </a:cubicBezTo>
                  <a:lnTo>
                    <a:pt x="14859" y="1330325"/>
                  </a:lnTo>
                  <a:lnTo>
                    <a:pt x="23622" y="1326642"/>
                  </a:lnTo>
                  <a:cubicBezTo>
                    <a:pt x="25019" y="1330071"/>
                    <a:pt x="26797" y="1333373"/>
                    <a:pt x="28956" y="1336548"/>
                  </a:cubicBezTo>
                  <a:cubicBezTo>
                    <a:pt x="30988" y="1339596"/>
                    <a:pt x="33401" y="1342517"/>
                    <a:pt x="36068" y="1345184"/>
                  </a:cubicBezTo>
                  <a:cubicBezTo>
                    <a:pt x="38735" y="1347851"/>
                    <a:pt x="41529" y="1350137"/>
                    <a:pt x="44704" y="1352296"/>
                  </a:cubicBezTo>
                  <a:cubicBezTo>
                    <a:pt x="47879" y="1354328"/>
                    <a:pt x="51054" y="1356106"/>
                    <a:pt x="54610" y="1357630"/>
                  </a:cubicBezTo>
                  <a:cubicBezTo>
                    <a:pt x="58039" y="1359027"/>
                    <a:pt x="61595" y="1360170"/>
                    <a:pt x="65278" y="1360932"/>
                  </a:cubicBezTo>
                  <a:lnTo>
                    <a:pt x="63373" y="1370330"/>
                  </a:lnTo>
                  <a:lnTo>
                    <a:pt x="65278" y="1360932"/>
                  </a:lnTo>
                  <a:cubicBezTo>
                    <a:pt x="68961" y="1361694"/>
                    <a:pt x="72644" y="1362075"/>
                    <a:pt x="76454" y="1362075"/>
                  </a:cubicBezTo>
                  <a:lnTo>
                    <a:pt x="4455414" y="1362075"/>
                  </a:lnTo>
                  <a:cubicBezTo>
                    <a:pt x="4456176" y="1362075"/>
                    <a:pt x="4456557" y="1361948"/>
                    <a:pt x="4457065" y="1361313"/>
                  </a:cubicBezTo>
                  <a:cubicBezTo>
                    <a:pt x="4457573" y="1360805"/>
                    <a:pt x="4457700" y="1360424"/>
                    <a:pt x="4457700" y="1359662"/>
                  </a:cubicBezTo>
                  <a:lnTo>
                    <a:pt x="4457700" y="21463"/>
                  </a:lnTo>
                  <a:cubicBezTo>
                    <a:pt x="4457700" y="20701"/>
                    <a:pt x="4457573" y="20320"/>
                    <a:pt x="4457065" y="19812"/>
                  </a:cubicBezTo>
                  <a:cubicBezTo>
                    <a:pt x="4456557" y="19304"/>
                    <a:pt x="4456176" y="19177"/>
                    <a:pt x="4455414" y="19177"/>
                  </a:cubicBezTo>
                  <a:lnTo>
                    <a:pt x="76327" y="19177"/>
                  </a:lnTo>
                  <a:cubicBezTo>
                    <a:pt x="72517" y="19177"/>
                    <a:pt x="68834" y="19558"/>
                    <a:pt x="65151" y="20320"/>
                  </a:cubicBezTo>
                  <a:lnTo>
                    <a:pt x="63246" y="10922"/>
                  </a:lnTo>
                  <a:lnTo>
                    <a:pt x="65151" y="20320"/>
                  </a:lnTo>
                  <a:cubicBezTo>
                    <a:pt x="61468" y="21082"/>
                    <a:pt x="57912" y="22098"/>
                    <a:pt x="54483" y="23622"/>
                  </a:cubicBezTo>
                  <a:cubicBezTo>
                    <a:pt x="51054" y="25019"/>
                    <a:pt x="47752" y="26797"/>
                    <a:pt x="44577" y="28956"/>
                  </a:cubicBezTo>
                  <a:cubicBezTo>
                    <a:pt x="41529" y="30988"/>
                    <a:pt x="38608" y="33401"/>
                    <a:pt x="35941" y="36068"/>
                  </a:cubicBezTo>
                  <a:cubicBezTo>
                    <a:pt x="33274" y="38735"/>
                    <a:pt x="30861" y="41656"/>
                    <a:pt x="28829" y="44704"/>
                  </a:cubicBezTo>
                  <a:cubicBezTo>
                    <a:pt x="26797" y="47879"/>
                    <a:pt x="25019" y="51054"/>
                    <a:pt x="23495" y="54610"/>
                  </a:cubicBezTo>
                  <a:cubicBezTo>
                    <a:pt x="22098" y="58039"/>
                    <a:pt x="20955" y="61595"/>
                    <a:pt x="20193" y="65278"/>
                  </a:cubicBezTo>
                  <a:cubicBezTo>
                    <a:pt x="19431" y="68961"/>
                    <a:pt x="19050" y="72644"/>
                    <a:pt x="19050" y="76454"/>
                  </a:cubicBezTo>
                  <a:lnTo>
                    <a:pt x="19050" y="1305179"/>
                  </a:ln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3500" y="63500"/>
              <a:ext cx="76200" cy="1381125"/>
            </a:xfrm>
            <a:custGeom>
              <a:avLst/>
              <a:gdLst/>
              <a:ahLst/>
              <a:cxnLst/>
              <a:rect l="l" t="t" r="r" b="b"/>
              <a:pathLst>
                <a:path w="76200" h="1381125">
                  <a:moveTo>
                    <a:pt x="0" y="13596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76200" y="0"/>
                  </a:lnTo>
                  <a:lnTo>
                    <a:pt x="76200" y="1381125"/>
                  </a:lnTo>
                  <a:lnTo>
                    <a:pt x="21463" y="1381125"/>
                  </a:lnTo>
                  <a:cubicBezTo>
                    <a:pt x="18669" y="1381125"/>
                    <a:pt x="15875" y="1380617"/>
                    <a:pt x="13208" y="1379474"/>
                  </a:cubicBezTo>
                  <a:cubicBezTo>
                    <a:pt x="10541" y="1378331"/>
                    <a:pt x="8255" y="1376807"/>
                    <a:pt x="6223" y="1374902"/>
                  </a:cubicBezTo>
                  <a:cubicBezTo>
                    <a:pt x="4191" y="1372997"/>
                    <a:pt x="2667" y="1370584"/>
                    <a:pt x="1651" y="1367917"/>
                  </a:cubicBezTo>
                  <a:cubicBezTo>
                    <a:pt x="635" y="1365250"/>
                    <a:pt x="0" y="1362583"/>
                    <a:pt x="0" y="1359662"/>
                  </a:cubicBezTo>
                </a:path>
              </a:pathLst>
            </a:custGeom>
            <a:solidFill>
              <a:srgbClr val="E04F00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99197" y="6772475"/>
            <a:ext cx="4603747" cy="1069972"/>
            <a:chOff x="0" y="0"/>
            <a:chExt cx="4603750" cy="1069975"/>
          </a:xfrm>
        </p:grpSpPr>
        <p:sp>
          <p:nvSpPr>
            <p:cNvPr id="17" name="Freeform 17"/>
            <p:cNvSpPr/>
            <p:nvPr/>
          </p:nvSpPr>
          <p:spPr>
            <a:xfrm>
              <a:off x="63500" y="63500"/>
              <a:ext cx="4476877" cy="943102"/>
            </a:xfrm>
            <a:custGeom>
              <a:avLst/>
              <a:gdLst/>
              <a:ahLst/>
              <a:cxnLst/>
              <a:rect l="l" t="t" r="r" b="b"/>
              <a:pathLst>
                <a:path w="4476877" h="943102">
                  <a:moveTo>
                    <a:pt x="0" y="92151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335"/>
                  </a:cubicBezTo>
                  <a:cubicBezTo>
                    <a:pt x="2794" y="10795"/>
                    <a:pt x="4318" y="8382"/>
                    <a:pt x="6223" y="6350"/>
                  </a:cubicBezTo>
                  <a:cubicBezTo>
                    <a:pt x="8128" y="4318"/>
                    <a:pt x="10541" y="2794"/>
                    <a:pt x="13208" y="1778"/>
                  </a:cubicBezTo>
                  <a:cubicBezTo>
                    <a:pt x="15875" y="762"/>
                    <a:pt x="18542" y="0"/>
                    <a:pt x="21463" y="0"/>
                  </a:cubicBezTo>
                  <a:lnTo>
                    <a:pt x="4455287" y="0"/>
                  </a:lnTo>
                  <a:cubicBezTo>
                    <a:pt x="4458081" y="0"/>
                    <a:pt x="4460875" y="508"/>
                    <a:pt x="4463542" y="1651"/>
                  </a:cubicBezTo>
                  <a:cubicBezTo>
                    <a:pt x="4466209" y="2794"/>
                    <a:pt x="4468495" y="4318"/>
                    <a:pt x="4470527" y="6223"/>
                  </a:cubicBezTo>
                  <a:cubicBezTo>
                    <a:pt x="4472559" y="8128"/>
                    <a:pt x="4474083" y="10541"/>
                    <a:pt x="4475226" y="13208"/>
                  </a:cubicBezTo>
                  <a:cubicBezTo>
                    <a:pt x="4476369" y="15875"/>
                    <a:pt x="4476877" y="18542"/>
                    <a:pt x="4476877" y="21336"/>
                  </a:cubicBezTo>
                  <a:lnTo>
                    <a:pt x="4476877" y="921512"/>
                  </a:lnTo>
                  <a:cubicBezTo>
                    <a:pt x="4476877" y="924306"/>
                    <a:pt x="4476369" y="927100"/>
                    <a:pt x="4475226" y="929767"/>
                  </a:cubicBezTo>
                  <a:cubicBezTo>
                    <a:pt x="4474083" y="932434"/>
                    <a:pt x="4472559" y="934720"/>
                    <a:pt x="4470527" y="936752"/>
                  </a:cubicBezTo>
                  <a:cubicBezTo>
                    <a:pt x="4468495" y="938784"/>
                    <a:pt x="4466209" y="940308"/>
                    <a:pt x="4463542" y="941451"/>
                  </a:cubicBezTo>
                  <a:cubicBezTo>
                    <a:pt x="4460875" y="942594"/>
                    <a:pt x="4458208" y="943102"/>
                    <a:pt x="4455287" y="943102"/>
                  </a:cubicBezTo>
                  <a:lnTo>
                    <a:pt x="21463" y="943102"/>
                  </a:lnTo>
                  <a:cubicBezTo>
                    <a:pt x="18669" y="943102"/>
                    <a:pt x="15875" y="942594"/>
                    <a:pt x="13208" y="941451"/>
                  </a:cubicBezTo>
                  <a:cubicBezTo>
                    <a:pt x="10541" y="940308"/>
                    <a:pt x="8255" y="938784"/>
                    <a:pt x="6223" y="936752"/>
                  </a:cubicBezTo>
                  <a:cubicBezTo>
                    <a:pt x="4191" y="934720"/>
                    <a:pt x="2667" y="932434"/>
                    <a:pt x="1651" y="929767"/>
                  </a:cubicBezTo>
                  <a:cubicBezTo>
                    <a:pt x="635" y="927100"/>
                    <a:pt x="0" y="924433"/>
                    <a:pt x="0" y="921512"/>
                  </a:cubicBezTo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67081" y="321818"/>
              <a:ext cx="150114" cy="150114"/>
            </a:xfrm>
            <a:custGeom>
              <a:avLst/>
              <a:gdLst/>
              <a:ahLst/>
              <a:cxnLst/>
              <a:rect l="l" t="t" r="r" b="b"/>
              <a:pathLst>
                <a:path w="150114" h="150114">
                  <a:moveTo>
                    <a:pt x="21463" y="16129"/>
                  </a:moveTo>
                  <a:cubicBezTo>
                    <a:pt x="18542" y="16129"/>
                    <a:pt x="16129" y="18542"/>
                    <a:pt x="16129" y="21463"/>
                  </a:cubicBezTo>
                  <a:lnTo>
                    <a:pt x="16129" y="128651"/>
                  </a:lnTo>
                  <a:cubicBezTo>
                    <a:pt x="16129" y="131572"/>
                    <a:pt x="18542" y="133985"/>
                    <a:pt x="21463" y="133985"/>
                  </a:cubicBezTo>
                  <a:lnTo>
                    <a:pt x="96520" y="133985"/>
                  </a:lnTo>
                  <a:lnTo>
                    <a:pt x="96520" y="107188"/>
                  </a:lnTo>
                  <a:cubicBezTo>
                    <a:pt x="96520" y="101219"/>
                    <a:pt x="101346" y="96520"/>
                    <a:pt x="107188" y="96520"/>
                  </a:cubicBezTo>
                  <a:lnTo>
                    <a:pt x="133985" y="96520"/>
                  </a:lnTo>
                  <a:lnTo>
                    <a:pt x="133985" y="21463"/>
                  </a:lnTo>
                  <a:cubicBezTo>
                    <a:pt x="133985" y="18542"/>
                    <a:pt x="131572" y="16129"/>
                    <a:pt x="128651" y="16129"/>
                  </a:cubicBezTo>
                  <a:lnTo>
                    <a:pt x="21463" y="16129"/>
                  </a:lnTo>
                  <a:close/>
                  <a:moveTo>
                    <a:pt x="96520" y="150114"/>
                  </a:moveTo>
                  <a:lnTo>
                    <a:pt x="21463" y="150114"/>
                  </a:lnTo>
                  <a:cubicBezTo>
                    <a:pt x="9652" y="150114"/>
                    <a:pt x="0" y="140462"/>
                    <a:pt x="0" y="128651"/>
                  </a:cubicBezTo>
                  <a:lnTo>
                    <a:pt x="0" y="21463"/>
                  </a:lnTo>
                  <a:cubicBezTo>
                    <a:pt x="0" y="9652"/>
                    <a:pt x="9652" y="0"/>
                    <a:pt x="21463" y="0"/>
                  </a:cubicBezTo>
                  <a:lnTo>
                    <a:pt x="128651" y="0"/>
                  </a:lnTo>
                  <a:cubicBezTo>
                    <a:pt x="140462" y="0"/>
                    <a:pt x="150114" y="9652"/>
                    <a:pt x="150114" y="21463"/>
                  </a:cubicBezTo>
                  <a:lnTo>
                    <a:pt x="150114" y="96520"/>
                  </a:lnTo>
                  <a:lnTo>
                    <a:pt x="150114" y="98298"/>
                  </a:lnTo>
                  <a:cubicBezTo>
                    <a:pt x="150114" y="104013"/>
                    <a:pt x="147828" y="109474"/>
                    <a:pt x="143891" y="113538"/>
                  </a:cubicBezTo>
                  <a:lnTo>
                    <a:pt x="113538" y="143891"/>
                  </a:lnTo>
                  <a:cubicBezTo>
                    <a:pt x="109474" y="147955"/>
                    <a:pt x="104013" y="150114"/>
                    <a:pt x="98425" y="150114"/>
                  </a:cubicBezTo>
                  <a:lnTo>
                    <a:pt x="96520" y="150114"/>
                  </a:lnTo>
                </a:path>
              </a:pathLst>
            </a:custGeom>
            <a:solidFill>
              <a:srgbClr val="993600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00075" y="734844"/>
            <a:ext cx="9159573" cy="620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Why Hybrid Retrieval Improves LLM Outputs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26123" y="4133117"/>
            <a:ext cx="2038293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Provenance Built-In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65207" y="4616006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26123" y="5409467"/>
            <a:ext cx="2315156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Reduced Hallucination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26966" y="5901880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26123" y="2856767"/>
            <a:ext cx="2606221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Structured + Raw Context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51021" y="3339655"/>
            <a:ext cx="46520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26123" y="4616006"/>
            <a:ext cx="3177378" cy="232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Every claim traceable to source chunks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26123" y="3339655"/>
            <a:ext cx="3576971" cy="232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LLM receives both facts and supporting text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26123" y="5901880"/>
            <a:ext cx="3671478" cy="232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Grounded prompts yield precise, explainable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26123" y="6178106"/>
            <a:ext cx="836971" cy="22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responses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916636" y="6997255"/>
            <a:ext cx="3626396" cy="53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Example:</a:t>
            </a: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BRAF V600E → mutates → BRAF ← inhibited by ← Vemurafenib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11556997" cy="9775822"/>
            <a:chOff x="0" y="0"/>
            <a:chExt cx="11557000" cy="97758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1430000" cy="9648825"/>
            </a:xfrm>
            <a:custGeom>
              <a:avLst/>
              <a:gdLst/>
              <a:ahLst/>
              <a:cxnLst/>
              <a:rect l="l" t="t" r="r" b="b"/>
              <a:pathLst>
                <a:path w="11430000" h="9648825">
                  <a:moveTo>
                    <a:pt x="0" y="0"/>
                  </a:moveTo>
                  <a:lnTo>
                    <a:pt x="0" y="9648825"/>
                  </a:lnTo>
                  <a:lnTo>
                    <a:pt x="11430000" y="96488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4" name="Freeform 4"/>
            <p:cNvSpPr/>
            <p:nvPr/>
          </p:nvSpPr>
          <p:spPr>
            <a:xfrm>
              <a:off x="68326" y="68326"/>
              <a:ext cx="11420348" cy="9639300"/>
            </a:xfrm>
            <a:custGeom>
              <a:avLst/>
              <a:gdLst/>
              <a:ahLst/>
              <a:cxnLst/>
              <a:rect l="l" t="t" r="r" b="b"/>
              <a:pathLst>
                <a:path w="11420348" h="9639300">
                  <a:moveTo>
                    <a:pt x="0" y="0"/>
                  </a:moveTo>
                  <a:lnTo>
                    <a:pt x="0" y="9639300"/>
                  </a:lnTo>
                  <a:lnTo>
                    <a:pt x="11420348" y="9639300"/>
                  </a:lnTo>
                  <a:lnTo>
                    <a:pt x="11420348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1430000" cy="9648825"/>
            </a:xfrm>
            <a:custGeom>
              <a:avLst/>
              <a:gdLst/>
              <a:ahLst/>
              <a:cxnLst/>
              <a:rect l="l" t="t" r="r" b="b"/>
              <a:pathLst>
                <a:path w="11430000" h="9648825">
                  <a:moveTo>
                    <a:pt x="0" y="0"/>
                  </a:moveTo>
                  <a:lnTo>
                    <a:pt x="0" y="9648825"/>
                  </a:lnTo>
                  <a:lnTo>
                    <a:pt x="11430000" y="96488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4286250" cy="9648825"/>
            <a:chOff x="0" y="0"/>
            <a:chExt cx="5715000" cy="12865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15000" cy="12865100"/>
            </a:xfrm>
            <a:custGeom>
              <a:avLst/>
              <a:gdLst/>
              <a:ahLst/>
              <a:cxnLst/>
              <a:rect l="l" t="t" r="r" b="b"/>
              <a:pathLst>
                <a:path w="5715000" h="12865100">
                  <a:moveTo>
                    <a:pt x="0" y="0"/>
                  </a:moveTo>
                  <a:lnTo>
                    <a:pt x="5715000" y="0"/>
                  </a:lnTo>
                  <a:lnTo>
                    <a:pt x="5715000" y="12865100"/>
                  </a:lnTo>
                  <a:lnTo>
                    <a:pt x="0" y="12865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r="-87"/>
              </a:stretch>
            </a:blip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22822" y="6613522"/>
            <a:ext cx="6070597" cy="2622547"/>
            <a:chOff x="0" y="0"/>
            <a:chExt cx="6070600" cy="2622550"/>
          </a:xfrm>
        </p:grpSpPr>
        <p:sp>
          <p:nvSpPr>
            <p:cNvPr id="9" name="Freeform 9"/>
            <p:cNvSpPr/>
            <p:nvPr/>
          </p:nvSpPr>
          <p:spPr>
            <a:xfrm>
              <a:off x="63500" y="63500"/>
              <a:ext cx="5943727" cy="2495678"/>
            </a:xfrm>
            <a:custGeom>
              <a:avLst/>
              <a:gdLst/>
              <a:ahLst/>
              <a:cxnLst/>
              <a:rect l="l" t="t" r="r" b="b"/>
              <a:pathLst>
                <a:path w="5943727" h="2495678">
                  <a:moveTo>
                    <a:pt x="0" y="2474088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524"/>
                  </a:cubicBezTo>
                  <a:cubicBezTo>
                    <a:pt x="15875" y="381"/>
                    <a:pt x="18542" y="0"/>
                    <a:pt x="21463" y="0"/>
                  </a:cubicBezTo>
                  <a:lnTo>
                    <a:pt x="5922137" y="0"/>
                  </a:lnTo>
                  <a:cubicBezTo>
                    <a:pt x="5924931" y="0"/>
                    <a:pt x="5927725" y="508"/>
                    <a:pt x="5930392" y="1651"/>
                  </a:cubicBezTo>
                  <a:cubicBezTo>
                    <a:pt x="5933059" y="2794"/>
                    <a:pt x="5935345" y="4318"/>
                    <a:pt x="5937377" y="6350"/>
                  </a:cubicBezTo>
                  <a:cubicBezTo>
                    <a:pt x="5939409" y="8382"/>
                    <a:pt x="5940933" y="10668"/>
                    <a:pt x="5942076" y="13335"/>
                  </a:cubicBezTo>
                  <a:cubicBezTo>
                    <a:pt x="5943219" y="16002"/>
                    <a:pt x="5943727" y="18669"/>
                    <a:pt x="5943727" y="21590"/>
                  </a:cubicBezTo>
                  <a:lnTo>
                    <a:pt x="5943727" y="2474088"/>
                  </a:lnTo>
                  <a:cubicBezTo>
                    <a:pt x="5943727" y="2476882"/>
                    <a:pt x="5943219" y="2479676"/>
                    <a:pt x="5942076" y="2482343"/>
                  </a:cubicBezTo>
                  <a:cubicBezTo>
                    <a:pt x="5940933" y="2485010"/>
                    <a:pt x="5939409" y="2487296"/>
                    <a:pt x="5937377" y="2489328"/>
                  </a:cubicBezTo>
                  <a:cubicBezTo>
                    <a:pt x="5935345" y="2491360"/>
                    <a:pt x="5933059" y="2492884"/>
                    <a:pt x="5930392" y="2494027"/>
                  </a:cubicBezTo>
                  <a:cubicBezTo>
                    <a:pt x="5927725" y="2495170"/>
                    <a:pt x="5925058" y="2495678"/>
                    <a:pt x="5922137" y="2495678"/>
                  </a:cubicBezTo>
                  <a:lnTo>
                    <a:pt x="21463" y="2495678"/>
                  </a:lnTo>
                  <a:cubicBezTo>
                    <a:pt x="18669" y="2495678"/>
                    <a:pt x="15875" y="2495170"/>
                    <a:pt x="13208" y="2494027"/>
                  </a:cubicBezTo>
                  <a:cubicBezTo>
                    <a:pt x="10541" y="2492884"/>
                    <a:pt x="8255" y="2491360"/>
                    <a:pt x="6223" y="2489328"/>
                  </a:cubicBezTo>
                  <a:cubicBezTo>
                    <a:pt x="4191" y="2487296"/>
                    <a:pt x="2667" y="2485010"/>
                    <a:pt x="1651" y="2482343"/>
                  </a:cubicBezTo>
                  <a:cubicBezTo>
                    <a:pt x="635" y="2479676"/>
                    <a:pt x="0" y="2477009"/>
                    <a:pt x="0" y="2474088"/>
                  </a:cubicBezTo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3500" y="63500"/>
              <a:ext cx="5943727" cy="628650"/>
            </a:xfrm>
            <a:custGeom>
              <a:avLst/>
              <a:gdLst/>
              <a:ahLst/>
              <a:cxnLst/>
              <a:rect l="l" t="t" r="r" b="b"/>
              <a:pathLst>
                <a:path w="5943727" h="628650">
                  <a:moveTo>
                    <a:pt x="0" y="628650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524"/>
                  </a:cubicBezTo>
                  <a:cubicBezTo>
                    <a:pt x="15875" y="381"/>
                    <a:pt x="18542" y="0"/>
                    <a:pt x="21463" y="0"/>
                  </a:cubicBezTo>
                  <a:lnTo>
                    <a:pt x="5922137" y="0"/>
                  </a:lnTo>
                  <a:cubicBezTo>
                    <a:pt x="5924931" y="0"/>
                    <a:pt x="5927725" y="508"/>
                    <a:pt x="5930392" y="1651"/>
                  </a:cubicBezTo>
                  <a:cubicBezTo>
                    <a:pt x="5933059" y="2794"/>
                    <a:pt x="5935345" y="4318"/>
                    <a:pt x="5937377" y="6350"/>
                  </a:cubicBezTo>
                  <a:cubicBezTo>
                    <a:pt x="5939409" y="8382"/>
                    <a:pt x="5940933" y="10668"/>
                    <a:pt x="5942076" y="13335"/>
                  </a:cubicBezTo>
                  <a:cubicBezTo>
                    <a:pt x="5943219" y="16002"/>
                    <a:pt x="5943727" y="18669"/>
                    <a:pt x="5943727" y="21590"/>
                  </a:cubicBezTo>
                  <a:lnTo>
                    <a:pt x="5943727" y="628650"/>
                  </a:lnTo>
                  <a:lnTo>
                    <a:pt x="0" y="628650"/>
                  </a:lnTo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63500" y="692150"/>
              <a:ext cx="5943600" cy="619125"/>
            </a:xfrm>
            <a:custGeom>
              <a:avLst/>
              <a:gdLst/>
              <a:ahLst/>
              <a:cxnLst/>
              <a:rect l="l" t="t" r="r" b="b"/>
              <a:pathLst>
                <a:path w="5943600" h="619125">
                  <a:moveTo>
                    <a:pt x="0" y="619126"/>
                  </a:moveTo>
                  <a:lnTo>
                    <a:pt x="5943600" y="619126"/>
                  </a:lnTo>
                  <a:lnTo>
                    <a:pt x="594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3500" y="692150"/>
              <a:ext cx="5943600" cy="19050"/>
            </a:xfrm>
            <a:custGeom>
              <a:avLst/>
              <a:gdLst/>
              <a:ahLst/>
              <a:cxnLst/>
              <a:rect l="l" t="t" r="r" b="b"/>
              <a:pathLst>
                <a:path w="5943600" h="190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934075" y="0"/>
                  </a:lnTo>
                  <a:cubicBezTo>
                    <a:pt x="5936742" y="0"/>
                    <a:pt x="5938901" y="889"/>
                    <a:pt x="5940806" y="2794"/>
                  </a:cubicBezTo>
                  <a:cubicBezTo>
                    <a:pt x="5942711" y="4699"/>
                    <a:pt x="5943600" y="6858"/>
                    <a:pt x="5943600" y="9525"/>
                  </a:cubicBezTo>
                  <a:cubicBezTo>
                    <a:pt x="5943600" y="12192"/>
                    <a:pt x="5942711" y="14351"/>
                    <a:pt x="5940806" y="16256"/>
                  </a:cubicBezTo>
                  <a:cubicBezTo>
                    <a:pt x="5938901" y="18161"/>
                    <a:pt x="5936742" y="19050"/>
                    <a:pt x="593407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63500" y="1311276"/>
              <a:ext cx="5943600" cy="628650"/>
            </a:xfrm>
            <a:custGeom>
              <a:avLst/>
              <a:gdLst/>
              <a:ahLst/>
              <a:cxnLst/>
              <a:rect l="l" t="t" r="r" b="b"/>
              <a:pathLst>
                <a:path w="5943600" h="628650">
                  <a:moveTo>
                    <a:pt x="0" y="628650"/>
                  </a:moveTo>
                  <a:lnTo>
                    <a:pt x="5943600" y="628650"/>
                  </a:lnTo>
                  <a:lnTo>
                    <a:pt x="594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500" y="1311276"/>
              <a:ext cx="5943600" cy="19050"/>
            </a:xfrm>
            <a:custGeom>
              <a:avLst/>
              <a:gdLst/>
              <a:ahLst/>
              <a:cxnLst/>
              <a:rect l="l" t="t" r="r" b="b"/>
              <a:pathLst>
                <a:path w="5943600" h="190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934075" y="0"/>
                  </a:lnTo>
                  <a:cubicBezTo>
                    <a:pt x="5936742" y="0"/>
                    <a:pt x="5938901" y="889"/>
                    <a:pt x="5940806" y="2794"/>
                  </a:cubicBezTo>
                  <a:cubicBezTo>
                    <a:pt x="5942711" y="4699"/>
                    <a:pt x="5943600" y="6858"/>
                    <a:pt x="5943600" y="9525"/>
                  </a:cubicBezTo>
                  <a:cubicBezTo>
                    <a:pt x="5943600" y="12192"/>
                    <a:pt x="5942711" y="14351"/>
                    <a:pt x="5940806" y="16256"/>
                  </a:cubicBezTo>
                  <a:cubicBezTo>
                    <a:pt x="5938901" y="18161"/>
                    <a:pt x="5936742" y="19050"/>
                    <a:pt x="593407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3500" y="1939926"/>
              <a:ext cx="5943600" cy="619252"/>
            </a:xfrm>
            <a:custGeom>
              <a:avLst/>
              <a:gdLst/>
              <a:ahLst/>
              <a:cxnLst/>
              <a:rect l="l" t="t" r="r" b="b"/>
              <a:pathLst>
                <a:path w="5943600" h="619252">
                  <a:moveTo>
                    <a:pt x="0" y="597662"/>
                  </a:moveTo>
                  <a:lnTo>
                    <a:pt x="0" y="0"/>
                  </a:lnTo>
                  <a:lnTo>
                    <a:pt x="5943600" y="0"/>
                  </a:lnTo>
                  <a:lnTo>
                    <a:pt x="5943600" y="597662"/>
                  </a:lnTo>
                  <a:cubicBezTo>
                    <a:pt x="5943600" y="600456"/>
                    <a:pt x="5943092" y="603250"/>
                    <a:pt x="5941949" y="605917"/>
                  </a:cubicBezTo>
                  <a:cubicBezTo>
                    <a:pt x="5940806" y="608584"/>
                    <a:pt x="5939282" y="610870"/>
                    <a:pt x="5937250" y="612902"/>
                  </a:cubicBezTo>
                  <a:cubicBezTo>
                    <a:pt x="5935218" y="614934"/>
                    <a:pt x="5932932" y="616458"/>
                    <a:pt x="5930265" y="617601"/>
                  </a:cubicBezTo>
                  <a:cubicBezTo>
                    <a:pt x="5927598" y="618744"/>
                    <a:pt x="5924931" y="619252"/>
                    <a:pt x="5922010" y="619252"/>
                  </a:cubicBezTo>
                  <a:lnTo>
                    <a:pt x="21463" y="619252"/>
                  </a:lnTo>
                  <a:cubicBezTo>
                    <a:pt x="18669" y="619252"/>
                    <a:pt x="15875" y="618744"/>
                    <a:pt x="13208" y="617601"/>
                  </a:cubicBezTo>
                  <a:cubicBezTo>
                    <a:pt x="10541" y="616458"/>
                    <a:pt x="8255" y="614934"/>
                    <a:pt x="6223" y="612902"/>
                  </a:cubicBezTo>
                  <a:cubicBezTo>
                    <a:pt x="4191" y="610870"/>
                    <a:pt x="2667" y="608584"/>
                    <a:pt x="1651" y="605917"/>
                  </a:cubicBezTo>
                  <a:cubicBezTo>
                    <a:pt x="635" y="603250"/>
                    <a:pt x="0" y="600583"/>
                    <a:pt x="0" y="597662"/>
                  </a:cubicBezTo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0" y="1939926"/>
              <a:ext cx="5943600" cy="19050"/>
            </a:xfrm>
            <a:custGeom>
              <a:avLst/>
              <a:gdLst/>
              <a:ahLst/>
              <a:cxnLst/>
              <a:rect l="l" t="t" r="r" b="b"/>
              <a:pathLst>
                <a:path w="5943600" h="190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934075" y="0"/>
                  </a:lnTo>
                  <a:cubicBezTo>
                    <a:pt x="5936742" y="0"/>
                    <a:pt x="5938901" y="889"/>
                    <a:pt x="5940806" y="2794"/>
                  </a:cubicBezTo>
                  <a:cubicBezTo>
                    <a:pt x="5942711" y="4699"/>
                    <a:pt x="5943600" y="6858"/>
                    <a:pt x="5943600" y="9525"/>
                  </a:cubicBezTo>
                  <a:cubicBezTo>
                    <a:pt x="5943600" y="12192"/>
                    <a:pt x="5942711" y="14351"/>
                    <a:pt x="5940806" y="16256"/>
                  </a:cubicBezTo>
                  <a:cubicBezTo>
                    <a:pt x="5938901" y="18161"/>
                    <a:pt x="5936742" y="19050"/>
                    <a:pt x="593407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886325" y="1857375"/>
            <a:ext cx="685800" cy="1028700"/>
            <a:chOff x="0" y="0"/>
            <a:chExt cx="685800" cy="10287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5800" cy="1028700"/>
            </a:xfrm>
            <a:custGeom>
              <a:avLst/>
              <a:gdLst/>
              <a:ahLst/>
              <a:cxnLst/>
              <a:rect l="l" t="t" r="r" b="b"/>
              <a:pathLst>
                <a:path w="685800" h="1028700">
                  <a:moveTo>
                    <a:pt x="0" y="685800"/>
                  </a:move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cubicBezTo>
                    <a:pt x="2794" y="298069"/>
                    <a:pt x="4445" y="287020"/>
                    <a:pt x="6604" y="275971"/>
                  </a:cubicBezTo>
                  <a:cubicBezTo>
                    <a:pt x="8763" y="264922"/>
                    <a:pt x="11557" y="254127"/>
                    <a:pt x="14732" y="243332"/>
                  </a:cubicBezTo>
                  <a:cubicBezTo>
                    <a:pt x="17907" y="232537"/>
                    <a:pt x="21717" y="221996"/>
                    <a:pt x="26035" y="211709"/>
                  </a:cubicBezTo>
                  <a:cubicBezTo>
                    <a:pt x="30353" y="201422"/>
                    <a:pt x="35179" y="191262"/>
                    <a:pt x="40386" y="181229"/>
                  </a:cubicBezTo>
                  <a:cubicBezTo>
                    <a:pt x="45593" y="171196"/>
                    <a:pt x="51435" y="161671"/>
                    <a:pt x="57658" y="152400"/>
                  </a:cubicBezTo>
                  <a:cubicBezTo>
                    <a:pt x="63881" y="143129"/>
                    <a:pt x="70612" y="133985"/>
                    <a:pt x="77724" y="125349"/>
                  </a:cubicBezTo>
                  <a:cubicBezTo>
                    <a:pt x="84836" y="116713"/>
                    <a:pt x="92456" y="108331"/>
                    <a:pt x="100457" y="100457"/>
                  </a:cubicBezTo>
                  <a:cubicBezTo>
                    <a:pt x="108458" y="92583"/>
                    <a:pt x="116713" y="84963"/>
                    <a:pt x="125349" y="77851"/>
                  </a:cubicBezTo>
                  <a:cubicBezTo>
                    <a:pt x="133985" y="70739"/>
                    <a:pt x="143002" y="64008"/>
                    <a:pt x="152400" y="57785"/>
                  </a:cubicBezTo>
                  <a:cubicBezTo>
                    <a:pt x="161798" y="51562"/>
                    <a:pt x="171323" y="45720"/>
                    <a:pt x="181229" y="40513"/>
                  </a:cubicBezTo>
                  <a:cubicBezTo>
                    <a:pt x="191135" y="35306"/>
                    <a:pt x="201295" y="30480"/>
                    <a:pt x="211709" y="26162"/>
                  </a:cubicBezTo>
                  <a:cubicBezTo>
                    <a:pt x="222123" y="21844"/>
                    <a:pt x="232664" y="18034"/>
                    <a:pt x="243332" y="14859"/>
                  </a:cubicBezTo>
                  <a:cubicBezTo>
                    <a:pt x="254000" y="11684"/>
                    <a:pt x="264922" y="8890"/>
                    <a:pt x="275971" y="6731"/>
                  </a:cubicBezTo>
                  <a:cubicBezTo>
                    <a:pt x="287020" y="4572"/>
                    <a:pt x="298069" y="2921"/>
                    <a:pt x="309245" y="1778"/>
                  </a:cubicBezTo>
                  <a:cubicBezTo>
                    <a:pt x="320421" y="635"/>
                    <a:pt x="331724" y="0"/>
                    <a:pt x="342900" y="0"/>
                  </a:cubicBezTo>
                  <a:cubicBezTo>
                    <a:pt x="354076" y="0"/>
                    <a:pt x="365379" y="508"/>
                    <a:pt x="376555" y="1651"/>
                  </a:cubicBezTo>
                  <a:cubicBezTo>
                    <a:pt x="387731" y="2794"/>
                    <a:pt x="398780" y="4445"/>
                    <a:pt x="409829" y="6604"/>
                  </a:cubicBezTo>
                  <a:cubicBezTo>
                    <a:pt x="420878" y="8763"/>
                    <a:pt x="431673" y="11557"/>
                    <a:pt x="442468" y="14732"/>
                  </a:cubicBezTo>
                  <a:cubicBezTo>
                    <a:pt x="453263" y="17907"/>
                    <a:pt x="463804" y="21844"/>
                    <a:pt x="474091" y="26035"/>
                  </a:cubicBezTo>
                  <a:cubicBezTo>
                    <a:pt x="484378" y="30226"/>
                    <a:pt x="494665" y="35179"/>
                    <a:pt x="504571" y="40386"/>
                  </a:cubicBezTo>
                  <a:cubicBezTo>
                    <a:pt x="514477" y="45593"/>
                    <a:pt x="524129" y="51435"/>
                    <a:pt x="533400" y="57658"/>
                  </a:cubicBezTo>
                  <a:cubicBezTo>
                    <a:pt x="542671" y="63881"/>
                    <a:pt x="551815" y="70612"/>
                    <a:pt x="560451" y="77724"/>
                  </a:cubicBezTo>
                  <a:cubicBezTo>
                    <a:pt x="569087" y="84836"/>
                    <a:pt x="577469" y="92329"/>
                    <a:pt x="585343" y="100330"/>
                  </a:cubicBezTo>
                  <a:cubicBezTo>
                    <a:pt x="593217" y="108331"/>
                    <a:pt x="600837" y="116586"/>
                    <a:pt x="607949" y="125222"/>
                  </a:cubicBezTo>
                  <a:cubicBezTo>
                    <a:pt x="615061" y="133858"/>
                    <a:pt x="621792" y="142875"/>
                    <a:pt x="628015" y="152273"/>
                  </a:cubicBezTo>
                  <a:cubicBezTo>
                    <a:pt x="634238" y="161671"/>
                    <a:pt x="640080" y="171196"/>
                    <a:pt x="645287" y="181102"/>
                  </a:cubicBezTo>
                  <a:cubicBezTo>
                    <a:pt x="650494" y="191008"/>
                    <a:pt x="655320" y="201168"/>
                    <a:pt x="659638" y="211582"/>
                  </a:cubicBezTo>
                  <a:cubicBezTo>
                    <a:pt x="663956" y="221996"/>
                    <a:pt x="667639" y="232537"/>
                    <a:pt x="670941" y="243205"/>
                  </a:cubicBezTo>
                  <a:cubicBezTo>
                    <a:pt x="674243" y="253873"/>
                    <a:pt x="676910" y="264795"/>
                    <a:pt x="679069" y="275844"/>
                  </a:cubicBezTo>
                  <a:cubicBezTo>
                    <a:pt x="681228" y="286893"/>
                    <a:pt x="682879" y="297942"/>
                    <a:pt x="684022" y="309118"/>
                  </a:cubicBezTo>
                  <a:cubicBezTo>
                    <a:pt x="685165" y="320294"/>
                    <a:pt x="685800" y="331724"/>
                    <a:pt x="685800" y="342900"/>
                  </a:cubicBezTo>
                  <a:lnTo>
                    <a:pt x="685800" y="685800"/>
                  </a:lnTo>
                  <a:cubicBezTo>
                    <a:pt x="685800" y="696976"/>
                    <a:pt x="685292" y="708279"/>
                    <a:pt x="684149" y="719455"/>
                  </a:cubicBezTo>
                  <a:cubicBezTo>
                    <a:pt x="683006" y="730631"/>
                    <a:pt x="681355" y="741680"/>
                    <a:pt x="679196" y="752729"/>
                  </a:cubicBezTo>
                  <a:cubicBezTo>
                    <a:pt x="677037" y="763778"/>
                    <a:pt x="674243" y="774573"/>
                    <a:pt x="671068" y="785368"/>
                  </a:cubicBezTo>
                  <a:cubicBezTo>
                    <a:pt x="667893" y="796163"/>
                    <a:pt x="664083" y="806704"/>
                    <a:pt x="659765" y="816991"/>
                  </a:cubicBezTo>
                  <a:cubicBezTo>
                    <a:pt x="655447" y="827278"/>
                    <a:pt x="650621" y="837565"/>
                    <a:pt x="645414" y="847471"/>
                  </a:cubicBezTo>
                  <a:cubicBezTo>
                    <a:pt x="640207" y="857377"/>
                    <a:pt x="634365" y="867029"/>
                    <a:pt x="628142" y="876300"/>
                  </a:cubicBezTo>
                  <a:cubicBezTo>
                    <a:pt x="621919" y="885571"/>
                    <a:pt x="615188" y="894715"/>
                    <a:pt x="608076" y="903351"/>
                  </a:cubicBezTo>
                  <a:cubicBezTo>
                    <a:pt x="600964" y="911987"/>
                    <a:pt x="593471" y="920369"/>
                    <a:pt x="585470" y="928243"/>
                  </a:cubicBezTo>
                  <a:cubicBezTo>
                    <a:pt x="577469" y="936117"/>
                    <a:pt x="569214" y="943737"/>
                    <a:pt x="560578" y="950849"/>
                  </a:cubicBezTo>
                  <a:cubicBezTo>
                    <a:pt x="551942" y="957961"/>
                    <a:pt x="542925" y="964692"/>
                    <a:pt x="533527" y="970915"/>
                  </a:cubicBezTo>
                  <a:cubicBezTo>
                    <a:pt x="524129" y="977138"/>
                    <a:pt x="514604" y="982980"/>
                    <a:pt x="504698" y="988187"/>
                  </a:cubicBezTo>
                  <a:cubicBezTo>
                    <a:pt x="494792" y="993394"/>
                    <a:pt x="484632" y="998220"/>
                    <a:pt x="474218" y="1002538"/>
                  </a:cubicBezTo>
                  <a:cubicBezTo>
                    <a:pt x="463804" y="1006856"/>
                    <a:pt x="453263" y="1010666"/>
                    <a:pt x="442595" y="1013841"/>
                  </a:cubicBezTo>
                  <a:cubicBezTo>
                    <a:pt x="431927" y="1017016"/>
                    <a:pt x="421005" y="1019810"/>
                    <a:pt x="409956" y="1021969"/>
                  </a:cubicBezTo>
                  <a:cubicBezTo>
                    <a:pt x="398907" y="1024128"/>
                    <a:pt x="387858" y="1025779"/>
                    <a:pt x="376682" y="1026922"/>
                  </a:cubicBezTo>
                  <a:cubicBezTo>
                    <a:pt x="365506" y="1028065"/>
                    <a:pt x="354076" y="1028700"/>
                    <a:pt x="342900" y="1028700"/>
                  </a:cubicBezTo>
                  <a:cubicBezTo>
                    <a:pt x="331724" y="1028700"/>
                    <a:pt x="320421" y="1028192"/>
                    <a:pt x="309245" y="1027049"/>
                  </a:cubicBezTo>
                  <a:cubicBezTo>
                    <a:pt x="298069" y="1025906"/>
                    <a:pt x="287020" y="1024255"/>
                    <a:pt x="275971" y="1022096"/>
                  </a:cubicBezTo>
                  <a:cubicBezTo>
                    <a:pt x="264922" y="1019937"/>
                    <a:pt x="254127" y="1017143"/>
                    <a:pt x="243332" y="1013968"/>
                  </a:cubicBezTo>
                  <a:cubicBezTo>
                    <a:pt x="232537" y="1010793"/>
                    <a:pt x="221996" y="1006983"/>
                    <a:pt x="211709" y="1002665"/>
                  </a:cubicBezTo>
                  <a:cubicBezTo>
                    <a:pt x="201422" y="998347"/>
                    <a:pt x="191135" y="993521"/>
                    <a:pt x="181229" y="988314"/>
                  </a:cubicBezTo>
                  <a:cubicBezTo>
                    <a:pt x="171323" y="983107"/>
                    <a:pt x="161671" y="977265"/>
                    <a:pt x="152400" y="971042"/>
                  </a:cubicBezTo>
                  <a:cubicBezTo>
                    <a:pt x="143129" y="964819"/>
                    <a:pt x="134112" y="958088"/>
                    <a:pt x="125349" y="950976"/>
                  </a:cubicBezTo>
                  <a:cubicBezTo>
                    <a:pt x="116586" y="943864"/>
                    <a:pt x="108331" y="936371"/>
                    <a:pt x="100457" y="928370"/>
                  </a:cubicBezTo>
                  <a:cubicBezTo>
                    <a:pt x="92583" y="920369"/>
                    <a:pt x="84963" y="912114"/>
                    <a:pt x="77851" y="903478"/>
                  </a:cubicBezTo>
                  <a:cubicBezTo>
                    <a:pt x="70739" y="894842"/>
                    <a:pt x="64008" y="885571"/>
                    <a:pt x="57785" y="876300"/>
                  </a:cubicBezTo>
                  <a:cubicBezTo>
                    <a:pt x="51562" y="867029"/>
                    <a:pt x="45720" y="857377"/>
                    <a:pt x="40513" y="847471"/>
                  </a:cubicBezTo>
                  <a:cubicBezTo>
                    <a:pt x="35306" y="837565"/>
                    <a:pt x="30480" y="827405"/>
                    <a:pt x="26162" y="816991"/>
                  </a:cubicBezTo>
                  <a:cubicBezTo>
                    <a:pt x="21844" y="806577"/>
                    <a:pt x="18034" y="796036"/>
                    <a:pt x="14859" y="785368"/>
                  </a:cubicBezTo>
                  <a:cubicBezTo>
                    <a:pt x="11684" y="774700"/>
                    <a:pt x="8890" y="763778"/>
                    <a:pt x="6731" y="752729"/>
                  </a:cubicBezTo>
                  <a:cubicBezTo>
                    <a:pt x="4572" y="741680"/>
                    <a:pt x="2921" y="730631"/>
                    <a:pt x="1778" y="719455"/>
                  </a:cubicBezTo>
                  <a:cubicBezTo>
                    <a:pt x="635" y="708279"/>
                    <a:pt x="0" y="696976"/>
                    <a:pt x="0" y="685800"/>
                  </a:cubicBezTo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886325" y="3057525"/>
            <a:ext cx="685800" cy="1028700"/>
            <a:chOff x="0" y="0"/>
            <a:chExt cx="685800" cy="10287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5800" cy="1028700"/>
            </a:xfrm>
            <a:custGeom>
              <a:avLst/>
              <a:gdLst/>
              <a:ahLst/>
              <a:cxnLst/>
              <a:rect l="l" t="t" r="r" b="b"/>
              <a:pathLst>
                <a:path w="685800" h="1028700">
                  <a:moveTo>
                    <a:pt x="0" y="685800"/>
                  </a:move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cubicBezTo>
                    <a:pt x="2794" y="298069"/>
                    <a:pt x="4445" y="287020"/>
                    <a:pt x="6604" y="275971"/>
                  </a:cubicBezTo>
                  <a:cubicBezTo>
                    <a:pt x="8763" y="264922"/>
                    <a:pt x="11557" y="254127"/>
                    <a:pt x="14732" y="243332"/>
                  </a:cubicBezTo>
                  <a:cubicBezTo>
                    <a:pt x="17907" y="232537"/>
                    <a:pt x="21717" y="221996"/>
                    <a:pt x="26035" y="211709"/>
                  </a:cubicBezTo>
                  <a:cubicBezTo>
                    <a:pt x="30353" y="201422"/>
                    <a:pt x="35179" y="191262"/>
                    <a:pt x="40386" y="181229"/>
                  </a:cubicBezTo>
                  <a:cubicBezTo>
                    <a:pt x="45593" y="171196"/>
                    <a:pt x="51435" y="161671"/>
                    <a:pt x="57658" y="152400"/>
                  </a:cubicBezTo>
                  <a:cubicBezTo>
                    <a:pt x="63881" y="143129"/>
                    <a:pt x="70612" y="133985"/>
                    <a:pt x="77724" y="125349"/>
                  </a:cubicBezTo>
                  <a:cubicBezTo>
                    <a:pt x="84836" y="116713"/>
                    <a:pt x="92456" y="108331"/>
                    <a:pt x="100457" y="100457"/>
                  </a:cubicBezTo>
                  <a:cubicBezTo>
                    <a:pt x="108458" y="92583"/>
                    <a:pt x="116713" y="84963"/>
                    <a:pt x="125349" y="77851"/>
                  </a:cubicBezTo>
                  <a:cubicBezTo>
                    <a:pt x="133985" y="70739"/>
                    <a:pt x="143002" y="64008"/>
                    <a:pt x="152400" y="57785"/>
                  </a:cubicBezTo>
                  <a:cubicBezTo>
                    <a:pt x="161798" y="51562"/>
                    <a:pt x="171323" y="45720"/>
                    <a:pt x="181229" y="40513"/>
                  </a:cubicBezTo>
                  <a:cubicBezTo>
                    <a:pt x="191135" y="35306"/>
                    <a:pt x="201295" y="30480"/>
                    <a:pt x="211709" y="26162"/>
                  </a:cubicBezTo>
                  <a:cubicBezTo>
                    <a:pt x="222123" y="21844"/>
                    <a:pt x="232664" y="18034"/>
                    <a:pt x="243332" y="14859"/>
                  </a:cubicBezTo>
                  <a:cubicBezTo>
                    <a:pt x="254000" y="11684"/>
                    <a:pt x="264922" y="8890"/>
                    <a:pt x="275971" y="6731"/>
                  </a:cubicBezTo>
                  <a:cubicBezTo>
                    <a:pt x="287020" y="4572"/>
                    <a:pt x="298069" y="2921"/>
                    <a:pt x="309245" y="1778"/>
                  </a:cubicBezTo>
                  <a:cubicBezTo>
                    <a:pt x="320421" y="635"/>
                    <a:pt x="331724" y="0"/>
                    <a:pt x="342900" y="0"/>
                  </a:cubicBezTo>
                  <a:cubicBezTo>
                    <a:pt x="354076" y="0"/>
                    <a:pt x="365379" y="508"/>
                    <a:pt x="376555" y="1651"/>
                  </a:cubicBezTo>
                  <a:cubicBezTo>
                    <a:pt x="387731" y="2794"/>
                    <a:pt x="398780" y="4445"/>
                    <a:pt x="409829" y="6604"/>
                  </a:cubicBezTo>
                  <a:cubicBezTo>
                    <a:pt x="420878" y="8763"/>
                    <a:pt x="431673" y="11557"/>
                    <a:pt x="442468" y="14732"/>
                  </a:cubicBezTo>
                  <a:cubicBezTo>
                    <a:pt x="453263" y="17907"/>
                    <a:pt x="463804" y="21844"/>
                    <a:pt x="474091" y="26035"/>
                  </a:cubicBezTo>
                  <a:cubicBezTo>
                    <a:pt x="484378" y="30226"/>
                    <a:pt x="494665" y="35179"/>
                    <a:pt x="504571" y="40386"/>
                  </a:cubicBezTo>
                  <a:cubicBezTo>
                    <a:pt x="514477" y="45593"/>
                    <a:pt x="524129" y="51435"/>
                    <a:pt x="533400" y="57658"/>
                  </a:cubicBezTo>
                  <a:cubicBezTo>
                    <a:pt x="542671" y="63881"/>
                    <a:pt x="551815" y="70612"/>
                    <a:pt x="560451" y="77724"/>
                  </a:cubicBezTo>
                  <a:cubicBezTo>
                    <a:pt x="569087" y="84836"/>
                    <a:pt x="577469" y="92329"/>
                    <a:pt x="585343" y="100330"/>
                  </a:cubicBezTo>
                  <a:cubicBezTo>
                    <a:pt x="593217" y="108331"/>
                    <a:pt x="600837" y="116586"/>
                    <a:pt x="607949" y="125222"/>
                  </a:cubicBezTo>
                  <a:cubicBezTo>
                    <a:pt x="615061" y="133858"/>
                    <a:pt x="621792" y="142875"/>
                    <a:pt x="628015" y="152273"/>
                  </a:cubicBezTo>
                  <a:cubicBezTo>
                    <a:pt x="634238" y="161671"/>
                    <a:pt x="640080" y="171196"/>
                    <a:pt x="645287" y="181102"/>
                  </a:cubicBezTo>
                  <a:cubicBezTo>
                    <a:pt x="650494" y="191008"/>
                    <a:pt x="655320" y="201168"/>
                    <a:pt x="659638" y="211582"/>
                  </a:cubicBezTo>
                  <a:cubicBezTo>
                    <a:pt x="663956" y="221996"/>
                    <a:pt x="667639" y="232537"/>
                    <a:pt x="670941" y="243205"/>
                  </a:cubicBezTo>
                  <a:cubicBezTo>
                    <a:pt x="674243" y="253873"/>
                    <a:pt x="676910" y="264795"/>
                    <a:pt x="679069" y="275844"/>
                  </a:cubicBezTo>
                  <a:cubicBezTo>
                    <a:pt x="681228" y="286893"/>
                    <a:pt x="682879" y="297942"/>
                    <a:pt x="684022" y="309118"/>
                  </a:cubicBezTo>
                  <a:cubicBezTo>
                    <a:pt x="685165" y="320294"/>
                    <a:pt x="685800" y="331724"/>
                    <a:pt x="685800" y="342900"/>
                  </a:cubicBezTo>
                  <a:lnTo>
                    <a:pt x="685800" y="685800"/>
                  </a:lnTo>
                  <a:cubicBezTo>
                    <a:pt x="685800" y="696976"/>
                    <a:pt x="685292" y="708279"/>
                    <a:pt x="684149" y="719455"/>
                  </a:cubicBezTo>
                  <a:cubicBezTo>
                    <a:pt x="683006" y="730631"/>
                    <a:pt x="681355" y="741680"/>
                    <a:pt x="679196" y="752729"/>
                  </a:cubicBezTo>
                  <a:cubicBezTo>
                    <a:pt x="677037" y="763778"/>
                    <a:pt x="674243" y="774573"/>
                    <a:pt x="671068" y="785368"/>
                  </a:cubicBezTo>
                  <a:cubicBezTo>
                    <a:pt x="667893" y="796163"/>
                    <a:pt x="664083" y="806704"/>
                    <a:pt x="659765" y="816991"/>
                  </a:cubicBezTo>
                  <a:cubicBezTo>
                    <a:pt x="655447" y="827278"/>
                    <a:pt x="650621" y="837565"/>
                    <a:pt x="645414" y="847471"/>
                  </a:cubicBezTo>
                  <a:cubicBezTo>
                    <a:pt x="640207" y="857377"/>
                    <a:pt x="634365" y="867029"/>
                    <a:pt x="628142" y="876300"/>
                  </a:cubicBezTo>
                  <a:cubicBezTo>
                    <a:pt x="621919" y="885571"/>
                    <a:pt x="615188" y="894588"/>
                    <a:pt x="608076" y="903351"/>
                  </a:cubicBezTo>
                  <a:cubicBezTo>
                    <a:pt x="600964" y="912114"/>
                    <a:pt x="593471" y="920369"/>
                    <a:pt x="585470" y="928243"/>
                  </a:cubicBezTo>
                  <a:cubicBezTo>
                    <a:pt x="577469" y="936117"/>
                    <a:pt x="569214" y="943737"/>
                    <a:pt x="560578" y="950849"/>
                  </a:cubicBezTo>
                  <a:cubicBezTo>
                    <a:pt x="551942" y="957961"/>
                    <a:pt x="542925" y="964692"/>
                    <a:pt x="533527" y="970915"/>
                  </a:cubicBezTo>
                  <a:cubicBezTo>
                    <a:pt x="524129" y="977138"/>
                    <a:pt x="514604" y="982853"/>
                    <a:pt x="504698" y="988187"/>
                  </a:cubicBezTo>
                  <a:cubicBezTo>
                    <a:pt x="494792" y="993521"/>
                    <a:pt x="484632" y="998220"/>
                    <a:pt x="474218" y="1002538"/>
                  </a:cubicBezTo>
                  <a:cubicBezTo>
                    <a:pt x="463804" y="1006856"/>
                    <a:pt x="453263" y="1010666"/>
                    <a:pt x="442595" y="1013841"/>
                  </a:cubicBezTo>
                  <a:cubicBezTo>
                    <a:pt x="431927" y="1017016"/>
                    <a:pt x="421005" y="1019810"/>
                    <a:pt x="409956" y="1021969"/>
                  </a:cubicBezTo>
                  <a:cubicBezTo>
                    <a:pt x="398907" y="1024128"/>
                    <a:pt x="387858" y="1025779"/>
                    <a:pt x="376682" y="1026922"/>
                  </a:cubicBezTo>
                  <a:cubicBezTo>
                    <a:pt x="365506" y="1028065"/>
                    <a:pt x="354076" y="1028700"/>
                    <a:pt x="342900" y="1028700"/>
                  </a:cubicBezTo>
                  <a:cubicBezTo>
                    <a:pt x="331724" y="1028700"/>
                    <a:pt x="320421" y="1028192"/>
                    <a:pt x="309245" y="1027049"/>
                  </a:cubicBezTo>
                  <a:cubicBezTo>
                    <a:pt x="298069" y="1025906"/>
                    <a:pt x="287020" y="1024255"/>
                    <a:pt x="275971" y="1022096"/>
                  </a:cubicBezTo>
                  <a:cubicBezTo>
                    <a:pt x="264922" y="1019937"/>
                    <a:pt x="254127" y="1017143"/>
                    <a:pt x="243332" y="1013968"/>
                  </a:cubicBezTo>
                  <a:cubicBezTo>
                    <a:pt x="232537" y="1010793"/>
                    <a:pt x="221996" y="1006983"/>
                    <a:pt x="211709" y="1002665"/>
                  </a:cubicBezTo>
                  <a:cubicBezTo>
                    <a:pt x="201422" y="998347"/>
                    <a:pt x="191135" y="993521"/>
                    <a:pt x="181229" y="988314"/>
                  </a:cubicBezTo>
                  <a:cubicBezTo>
                    <a:pt x="171323" y="983107"/>
                    <a:pt x="161671" y="977265"/>
                    <a:pt x="152400" y="971042"/>
                  </a:cubicBezTo>
                  <a:cubicBezTo>
                    <a:pt x="143129" y="964819"/>
                    <a:pt x="134112" y="958088"/>
                    <a:pt x="125349" y="950976"/>
                  </a:cubicBezTo>
                  <a:cubicBezTo>
                    <a:pt x="116586" y="943864"/>
                    <a:pt x="108331" y="936371"/>
                    <a:pt x="100457" y="928370"/>
                  </a:cubicBezTo>
                  <a:cubicBezTo>
                    <a:pt x="92583" y="920369"/>
                    <a:pt x="84963" y="912114"/>
                    <a:pt x="77851" y="903478"/>
                  </a:cubicBezTo>
                  <a:cubicBezTo>
                    <a:pt x="70739" y="894842"/>
                    <a:pt x="64008" y="885571"/>
                    <a:pt x="57785" y="876300"/>
                  </a:cubicBezTo>
                  <a:cubicBezTo>
                    <a:pt x="51562" y="867029"/>
                    <a:pt x="45720" y="857377"/>
                    <a:pt x="40513" y="847471"/>
                  </a:cubicBezTo>
                  <a:cubicBezTo>
                    <a:pt x="35306" y="837565"/>
                    <a:pt x="30480" y="827405"/>
                    <a:pt x="26162" y="816991"/>
                  </a:cubicBezTo>
                  <a:cubicBezTo>
                    <a:pt x="21844" y="806577"/>
                    <a:pt x="18034" y="796036"/>
                    <a:pt x="14859" y="785368"/>
                  </a:cubicBezTo>
                  <a:cubicBezTo>
                    <a:pt x="11684" y="774700"/>
                    <a:pt x="8890" y="763778"/>
                    <a:pt x="6731" y="752729"/>
                  </a:cubicBezTo>
                  <a:cubicBezTo>
                    <a:pt x="4572" y="741680"/>
                    <a:pt x="2921" y="730631"/>
                    <a:pt x="1778" y="719455"/>
                  </a:cubicBezTo>
                  <a:cubicBezTo>
                    <a:pt x="635" y="708279"/>
                    <a:pt x="0" y="696976"/>
                    <a:pt x="0" y="685800"/>
                  </a:cubicBezTo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886325" y="4257675"/>
            <a:ext cx="685800" cy="1028700"/>
            <a:chOff x="0" y="0"/>
            <a:chExt cx="685800" cy="10287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85800" cy="1028700"/>
            </a:xfrm>
            <a:custGeom>
              <a:avLst/>
              <a:gdLst/>
              <a:ahLst/>
              <a:cxnLst/>
              <a:rect l="l" t="t" r="r" b="b"/>
              <a:pathLst>
                <a:path w="685800" h="1028700">
                  <a:moveTo>
                    <a:pt x="0" y="685800"/>
                  </a:move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cubicBezTo>
                    <a:pt x="2794" y="298069"/>
                    <a:pt x="4445" y="287020"/>
                    <a:pt x="6604" y="275971"/>
                  </a:cubicBezTo>
                  <a:cubicBezTo>
                    <a:pt x="8763" y="264922"/>
                    <a:pt x="11557" y="254127"/>
                    <a:pt x="14732" y="243332"/>
                  </a:cubicBezTo>
                  <a:cubicBezTo>
                    <a:pt x="17907" y="232537"/>
                    <a:pt x="21717" y="221996"/>
                    <a:pt x="26035" y="211709"/>
                  </a:cubicBezTo>
                  <a:cubicBezTo>
                    <a:pt x="30353" y="201422"/>
                    <a:pt x="35179" y="191262"/>
                    <a:pt x="40386" y="181229"/>
                  </a:cubicBezTo>
                  <a:cubicBezTo>
                    <a:pt x="45593" y="171196"/>
                    <a:pt x="51435" y="161671"/>
                    <a:pt x="57658" y="152400"/>
                  </a:cubicBezTo>
                  <a:cubicBezTo>
                    <a:pt x="63881" y="143129"/>
                    <a:pt x="70612" y="133985"/>
                    <a:pt x="77724" y="125349"/>
                  </a:cubicBezTo>
                  <a:cubicBezTo>
                    <a:pt x="84836" y="116713"/>
                    <a:pt x="92456" y="108331"/>
                    <a:pt x="100457" y="100457"/>
                  </a:cubicBezTo>
                  <a:cubicBezTo>
                    <a:pt x="108458" y="92583"/>
                    <a:pt x="116713" y="84963"/>
                    <a:pt x="125349" y="77851"/>
                  </a:cubicBezTo>
                  <a:cubicBezTo>
                    <a:pt x="133985" y="70739"/>
                    <a:pt x="143002" y="64008"/>
                    <a:pt x="152400" y="57785"/>
                  </a:cubicBezTo>
                  <a:cubicBezTo>
                    <a:pt x="161798" y="51562"/>
                    <a:pt x="171323" y="45720"/>
                    <a:pt x="181229" y="40513"/>
                  </a:cubicBezTo>
                  <a:cubicBezTo>
                    <a:pt x="191135" y="35306"/>
                    <a:pt x="201295" y="30480"/>
                    <a:pt x="211709" y="26162"/>
                  </a:cubicBezTo>
                  <a:cubicBezTo>
                    <a:pt x="222123" y="21844"/>
                    <a:pt x="232664" y="18034"/>
                    <a:pt x="243332" y="14859"/>
                  </a:cubicBezTo>
                  <a:cubicBezTo>
                    <a:pt x="254000" y="11684"/>
                    <a:pt x="264922" y="8890"/>
                    <a:pt x="275971" y="6731"/>
                  </a:cubicBezTo>
                  <a:cubicBezTo>
                    <a:pt x="287020" y="4572"/>
                    <a:pt x="298069" y="2921"/>
                    <a:pt x="309245" y="1778"/>
                  </a:cubicBezTo>
                  <a:cubicBezTo>
                    <a:pt x="320421" y="635"/>
                    <a:pt x="331724" y="0"/>
                    <a:pt x="342900" y="0"/>
                  </a:cubicBezTo>
                  <a:cubicBezTo>
                    <a:pt x="354076" y="0"/>
                    <a:pt x="365379" y="508"/>
                    <a:pt x="376555" y="1651"/>
                  </a:cubicBezTo>
                  <a:cubicBezTo>
                    <a:pt x="387731" y="2794"/>
                    <a:pt x="398780" y="4445"/>
                    <a:pt x="409829" y="6604"/>
                  </a:cubicBezTo>
                  <a:cubicBezTo>
                    <a:pt x="420878" y="8763"/>
                    <a:pt x="431673" y="11557"/>
                    <a:pt x="442468" y="14732"/>
                  </a:cubicBezTo>
                  <a:cubicBezTo>
                    <a:pt x="453263" y="17907"/>
                    <a:pt x="463804" y="21844"/>
                    <a:pt x="474091" y="26035"/>
                  </a:cubicBezTo>
                  <a:cubicBezTo>
                    <a:pt x="484378" y="30226"/>
                    <a:pt x="494665" y="35179"/>
                    <a:pt x="504571" y="40386"/>
                  </a:cubicBezTo>
                  <a:cubicBezTo>
                    <a:pt x="514477" y="45593"/>
                    <a:pt x="524129" y="51435"/>
                    <a:pt x="533400" y="57658"/>
                  </a:cubicBezTo>
                  <a:cubicBezTo>
                    <a:pt x="542671" y="63881"/>
                    <a:pt x="551815" y="70612"/>
                    <a:pt x="560451" y="77724"/>
                  </a:cubicBezTo>
                  <a:cubicBezTo>
                    <a:pt x="569087" y="84836"/>
                    <a:pt x="577469" y="92329"/>
                    <a:pt x="585343" y="100330"/>
                  </a:cubicBezTo>
                  <a:cubicBezTo>
                    <a:pt x="593217" y="108331"/>
                    <a:pt x="600837" y="116586"/>
                    <a:pt x="607949" y="125222"/>
                  </a:cubicBezTo>
                  <a:cubicBezTo>
                    <a:pt x="615061" y="133858"/>
                    <a:pt x="621792" y="142875"/>
                    <a:pt x="628015" y="152273"/>
                  </a:cubicBezTo>
                  <a:cubicBezTo>
                    <a:pt x="634238" y="161671"/>
                    <a:pt x="640080" y="171196"/>
                    <a:pt x="645287" y="181102"/>
                  </a:cubicBezTo>
                  <a:cubicBezTo>
                    <a:pt x="650494" y="191008"/>
                    <a:pt x="655320" y="201168"/>
                    <a:pt x="659638" y="211582"/>
                  </a:cubicBezTo>
                  <a:cubicBezTo>
                    <a:pt x="663956" y="221996"/>
                    <a:pt x="667639" y="232537"/>
                    <a:pt x="670941" y="243205"/>
                  </a:cubicBezTo>
                  <a:cubicBezTo>
                    <a:pt x="674243" y="253873"/>
                    <a:pt x="676910" y="264795"/>
                    <a:pt x="679069" y="275844"/>
                  </a:cubicBezTo>
                  <a:cubicBezTo>
                    <a:pt x="681228" y="286893"/>
                    <a:pt x="682879" y="297942"/>
                    <a:pt x="684022" y="309118"/>
                  </a:cubicBezTo>
                  <a:cubicBezTo>
                    <a:pt x="685165" y="320294"/>
                    <a:pt x="685800" y="331724"/>
                    <a:pt x="685800" y="342900"/>
                  </a:cubicBezTo>
                  <a:lnTo>
                    <a:pt x="685800" y="685800"/>
                  </a:lnTo>
                  <a:cubicBezTo>
                    <a:pt x="685800" y="696976"/>
                    <a:pt x="685292" y="708279"/>
                    <a:pt x="684149" y="719455"/>
                  </a:cubicBezTo>
                  <a:cubicBezTo>
                    <a:pt x="683006" y="730631"/>
                    <a:pt x="681355" y="741680"/>
                    <a:pt x="679196" y="752729"/>
                  </a:cubicBezTo>
                  <a:cubicBezTo>
                    <a:pt x="677037" y="763778"/>
                    <a:pt x="674243" y="774573"/>
                    <a:pt x="671068" y="785368"/>
                  </a:cubicBezTo>
                  <a:cubicBezTo>
                    <a:pt x="667893" y="796163"/>
                    <a:pt x="664083" y="806704"/>
                    <a:pt x="659765" y="816991"/>
                  </a:cubicBezTo>
                  <a:cubicBezTo>
                    <a:pt x="655447" y="827278"/>
                    <a:pt x="650621" y="837565"/>
                    <a:pt x="645414" y="847471"/>
                  </a:cubicBezTo>
                  <a:cubicBezTo>
                    <a:pt x="640207" y="857377"/>
                    <a:pt x="634365" y="867029"/>
                    <a:pt x="628142" y="876300"/>
                  </a:cubicBezTo>
                  <a:cubicBezTo>
                    <a:pt x="621919" y="885571"/>
                    <a:pt x="615188" y="894715"/>
                    <a:pt x="608076" y="903351"/>
                  </a:cubicBezTo>
                  <a:cubicBezTo>
                    <a:pt x="600964" y="911987"/>
                    <a:pt x="593471" y="920369"/>
                    <a:pt x="585470" y="928243"/>
                  </a:cubicBezTo>
                  <a:cubicBezTo>
                    <a:pt x="577469" y="936117"/>
                    <a:pt x="569214" y="943737"/>
                    <a:pt x="560578" y="950849"/>
                  </a:cubicBezTo>
                  <a:cubicBezTo>
                    <a:pt x="551942" y="957961"/>
                    <a:pt x="542925" y="964692"/>
                    <a:pt x="533527" y="970915"/>
                  </a:cubicBezTo>
                  <a:cubicBezTo>
                    <a:pt x="524129" y="977138"/>
                    <a:pt x="514604" y="982853"/>
                    <a:pt x="504698" y="988187"/>
                  </a:cubicBezTo>
                  <a:cubicBezTo>
                    <a:pt x="494792" y="993521"/>
                    <a:pt x="484632" y="998220"/>
                    <a:pt x="474218" y="1002538"/>
                  </a:cubicBezTo>
                  <a:cubicBezTo>
                    <a:pt x="463804" y="1006856"/>
                    <a:pt x="453263" y="1010666"/>
                    <a:pt x="442595" y="1013841"/>
                  </a:cubicBezTo>
                  <a:cubicBezTo>
                    <a:pt x="431927" y="1017016"/>
                    <a:pt x="421005" y="1019810"/>
                    <a:pt x="409956" y="1021969"/>
                  </a:cubicBezTo>
                  <a:cubicBezTo>
                    <a:pt x="398907" y="1024128"/>
                    <a:pt x="387858" y="1025779"/>
                    <a:pt x="376682" y="1026922"/>
                  </a:cubicBezTo>
                  <a:cubicBezTo>
                    <a:pt x="365506" y="1028065"/>
                    <a:pt x="354076" y="1028700"/>
                    <a:pt x="342900" y="1028700"/>
                  </a:cubicBezTo>
                  <a:cubicBezTo>
                    <a:pt x="331724" y="1028700"/>
                    <a:pt x="320421" y="1028192"/>
                    <a:pt x="309245" y="1027049"/>
                  </a:cubicBezTo>
                  <a:cubicBezTo>
                    <a:pt x="298069" y="1025906"/>
                    <a:pt x="287020" y="1024255"/>
                    <a:pt x="275971" y="1022096"/>
                  </a:cubicBezTo>
                  <a:cubicBezTo>
                    <a:pt x="264922" y="1019937"/>
                    <a:pt x="254127" y="1017143"/>
                    <a:pt x="243332" y="1013968"/>
                  </a:cubicBezTo>
                  <a:cubicBezTo>
                    <a:pt x="232537" y="1010793"/>
                    <a:pt x="221996" y="1006983"/>
                    <a:pt x="211709" y="1002665"/>
                  </a:cubicBezTo>
                  <a:cubicBezTo>
                    <a:pt x="201422" y="998347"/>
                    <a:pt x="191135" y="993521"/>
                    <a:pt x="181229" y="988314"/>
                  </a:cubicBezTo>
                  <a:cubicBezTo>
                    <a:pt x="171323" y="983107"/>
                    <a:pt x="161671" y="977265"/>
                    <a:pt x="152400" y="971042"/>
                  </a:cubicBezTo>
                  <a:cubicBezTo>
                    <a:pt x="143129" y="964819"/>
                    <a:pt x="134112" y="958088"/>
                    <a:pt x="125349" y="950976"/>
                  </a:cubicBezTo>
                  <a:cubicBezTo>
                    <a:pt x="116586" y="943864"/>
                    <a:pt x="108331" y="936371"/>
                    <a:pt x="100457" y="928370"/>
                  </a:cubicBezTo>
                  <a:cubicBezTo>
                    <a:pt x="92583" y="920369"/>
                    <a:pt x="84963" y="912114"/>
                    <a:pt x="77851" y="903478"/>
                  </a:cubicBezTo>
                  <a:cubicBezTo>
                    <a:pt x="70739" y="894842"/>
                    <a:pt x="64008" y="885571"/>
                    <a:pt x="57785" y="876300"/>
                  </a:cubicBezTo>
                  <a:cubicBezTo>
                    <a:pt x="51562" y="867029"/>
                    <a:pt x="45720" y="857377"/>
                    <a:pt x="40513" y="847471"/>
                  </a:cubicBezTo>
                  <a:cubicBezTo>
                    <a:pt x="35306" y="837565"/>
                    <a:pt x="30480" y="827405"/>
                    <a:pt x="26162" y="816991"/>
                  </a:cubicBezTo>
                  <a:cubicBezTo>
                    <a:pt x="21844" y="806577"/>
                    <a:pt x="18034" y="796036"/>
                    <a:pt x="14859" y="785368"/>
                  </a:cubicBezTo>
                  <a:cubicBezTo>
                    <a:pt x="11684" y="774700"/>
                    <a:pt x="8890" y="763778"/>
                    <a:pt x="6731" y="752729"/>
                  </a:cubicBezTo>
                  <a:cubicBezTo>
                    <a:pt x="4572" y="741680"/>
                    <a:pt x="2921" y="730631"/>
                    <a:pt x="1778" y="719455"/>
                  </a:cubicBezTo>
                  <a:cubicBezTo>
                    <a:pt x="635" y="708279"/>
                    <a:pt x="0" y="696976"/>
                    <a:pt x="0" y="685800"/>
                  </a:cubicBezTo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886325" y="5457825"/>
            <a:ext cx="685800" cy="1028700"/>
            <a:chOff x="0" y="0"/>
            <a:chExt cx="685800" cy="10287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5800" cy="1028700"/>
            </a:xfrm>
            <a:custGeom>
              <a:avLst/>
              <a:gdLst/>
              <a:ahLst/>
              <a:cxnLst/>
              <a:rect l="l" t="t" r="r" b="b"/>
              <a:pathLst>
                <a:path w="685800" h="1028700">
                  <a:moveTo>
                    <a:pt x="0" y="685800"/>
                  </a:move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cubicBezTo>
                    <a:pt x="2794" y="298069"/>
                    <a:pt x="4445" y="287020"/>
                    <a:pt x="6604" y="275971"/>
                  </a:cubicBezTo>
                  <a:cubicBezTo>
                    <a:pt x="8763" y="264922"/>
                    <a:pt x="11557" y="254127"/>
                    <a:pt x="14732" y="243332"/>
                  </a:cubicBezTo>
                  <a:cubicBezTo>
                    <a:pt x="17907" y="232537"/>
                    <a:pt x="21717" y="221996"/>
                    <a:pt x="26035" y="211709"/>
                  </a:cubicBezTo>
                  <a:cubicBezTo>
                    <a:pt x="30353" y="201422"/>
                    <a:pt x="35179" y="191135"/>
                    <a:pt x="40386" y="181229"/>
                  </a:cubicBezTo>
                  <a:cubicBezTo>
                    <a:pt x="45593" y="171323"/>
                    <a:pt x="51435" y="161671"/>
                    <a:pt x="57658" y="152400"/>
                  </a:cubicBezTo>
                  <a:cubicBezTo>
                    <a:pt x="63881" y="143129"/>
                    <a:pt x="70612" y="134112"/>
                    <a:pt x="77724" y="125349"/>
                  </a:cubicBezTo>
                  <a:cubicBezTo>
                    <a:pt x="84836" y="116586"/>
                    <a:pt x="92456" y="108331"/>
                    <a:pt x="100457" y="100457"/>
                  </a:cubicBezTo>
                  <a:cubicBezTo>
                    <a:pt x="108458" y="92583"/>
                    <a:pt x="116713" y="84963"/>
                    <a:pt x="125349" y="77851"/>
                  </a:cubicBezTo>
                  <a:cubicBezTo>
                    <a:pt x="133985" y="70739"/>
                    <a:pt x="143002" y="64008"/>
                    <a:pt x="152400" y="57785"/>
                  </a:cubicBezTo>
                  <a:cubicBezTo>
                    <a:pt x="161798" y="51562"/>
                    <a:pt x="171323" y="45720"/>
                    <a:pt x="181229" y="40513"/>
                  </a:cubicBezTo>
                  <a:cubicBezTo>
                    <a:pt x="191135" y="35306"/>
                    <a:pt x="201295" y="30480"/>
                    <a:pt x="211709" y="26162"/>
                  </a:cubicBezTo>
                  <a:cubicBezTo>
                    <a:pt x="222123" y="21844"/>
                    <a:pt x="232664" y="18034"/>
                    <a:pt x="243332" y="14859"/>
                  </a:cubicBezTo>
                  <a:cubicBezTo>
                    <a:pt x="254000" y="11684"/>
                    <a:pt x="264922" y="8890"/>
                    <a:pt x="275971" y="6731"/>
                  </a:cubicBezTo>
                  <a:cubicBezTo>
                    <a:pt x="287020" y="4572"/>
                    <a:pt x="298069" y="2921"/>
                    <a:pt x="309245" y="1778"/>
                  </a:cubicBezTo>
                  <a:cubicBezTo>
                    <a:pt x="320421" y="635"/>
                    <a:pt x="331724" y="0"/>
                    <a:pt x="342900" y="0"/>
                  </a:cubicBezTo>
                  <a:cubicBezTo>
                    <a:pt x="354076" y="0"/>
                    <a:pt x="365379" y="508"/>
                    <a:pt x="376555" y="1651"/>
                  </a:cubicBezTo>
                  <a:cubicBezTo>
                    <a:pt x="387731" y="2794"/>
                    <a:pt x="398780" y="4445"/>
                    <a:pt x="409829" y="6604"/>
                  </a:cubicBezTo>
                  <a:cubicBezTo>
                    <a:pt x="420878" y="8763"/>
                    <a:pt x="431673" y="11557"/>
                    <a:pt x="442468" y="14732"/>
                  </a:cubicBezTo>
                  <a:cubicBezTo>
                    <a:pt x="453263" y="17907"/>
                    <a:pt x="463804" y="21717"/>
                    <a:pt x="474091" y="26035"/>
                  </a:cubicBezTo>
                  <a:cubicBezTo>
                    <a:pt x="484378" y="30353"/>
                    <a:pt x="494665" y="35179"/>
                    <a:pt x="504571" y="40386"/>
                  </a:cubicBezTo>
                  <a:cubicBezTo>
                    <a:pt x="514477" y="45593"/>
                    <a:pt x="524129" y="51435"/>
                    <a:pt x="533400" y="57658"/>
                  </a:cubicBezTo>
                  <a:cubicBezTo>
                    <a:pt x="542671" y="63881"/>
                    <a:pt x="551815" y="70612"/>
                    <a:pt x="560451" y="77724"/>
                  </a:cubicBezTo>
                  <a:cubicBezTo>
                    <a:pt x="569087" y="84836"/>
                    <a:pt x="577469" y="92329"/>
                    <a:pt x="585343" y="100330"/>
                  </a:cubicBezTo>
                  <a:cubicBezTo>
                    <a:pt x="593217" y="108331"/>
                    <a:pt x="600837" y="116586"/>
                    <a:pt x="607949" y="125222"/>
                  </a:cubicBezTo>
                  <a:cubicBezTo>
                    <a:pt x="615061" y="133858"/>
                    <a:pt x="621792" y="142875"/>
                    <a:pt x="628015" y="152273"/>
                  </a:cubicBezTo>
                  <a:cubicBezTo>
                    <a:pt x="634238" y="161671"/>
                    <a:pt x="640080" y="171196"/>
                    <a:pt x="645287" y="181102"/>
                  </a:cubicBezTo>
                  <a:cubicBezTo>
                    <a:pt x="650494" y="191008"/>
                    <a:pt x="655320" y="201168"/>
                    <a:pt x="659638" y="211582"/>
                  </a:cubicBezTo>
                  <a:cubicBezTo>
                    <a:pt x="663956" y="221996"/>
                    <a:pt x="667639" y="232537"/>
                    <a:pt x="670941" y="243205"/>
                  </a:cubicBezTo>
                  <a:cubicBezTo>
                    <a:pt x="674243" y="253873"/>
                    <a:pt x="676910" y="264795"/>
                    <a:pt x="679069" y="275844"/>
                  </a:cubicBezTo>
                  <a:cubicBezTo>
                    <a:pt x="681228" y="286893"/>
                    <a:pt x="682879" y="297942"/>
                    <a:pt x="684022" y="309118"/>
                  </a:cubicBezTo>
                  <a:cubicBezTo>
                    <a:pt x="685165" y="320294"/>
                    <a:pt x="685800" y="331724"/>
                    <a:pt x="685800" y="342900"/>
                  </a:cubicBezTo>
                  <a:lnTo>
                    <a:pt x="685800" y="685800"/>
                  </a:lnTo>
                  <a:cubicBezTo>
                    <a:pt x="685800" y="696976"/>
                    <a:pt x="685292" y="708279"/>
                    <a:pt x="684149" y="719455"/>
                  </a:cubicBezTo>
                  <a:cubicBezTo>
                    <a:pt x="683006" y="730631"/>
                    <a:pt x="681355" y="741680"/>
                    <a:pt x="679196" y="752729"/>
                  </a:cubicBezTo>
                  <a:cubicBezTo>
                    <a:pt x="677037" y="763778"/>
                    <a:pt x="674243" y="774573"/>
                    <a:pt x="671068" y="785368"/>
                  </a:cubicBezTo>
                  <a:cubicBezTo>
                    <a:pt x="667893" y="796163"/>
                    <a:pt x="664083" y="806704"/>
                    <a:pt x="659765" y="816991"/>
                  </a:cubicBezTo>
                  <a:cubicBezTo>
                    <a:pt x="655447" y="827278"/>
                    <a:pt x="650621" y="837565"/>
                    <a:pt x="645414" y="847471"/>
                  </a:cubicBezTo>
                  <a:cubicBezTo>
                    <a:pt x="640207" y="857377"/>
                    <a:pt x="634365" y="867029"/>
                    <a:pt x="628142" y="876300"/>
                  </a:cubicBezTo>
                  <a:cubicBezTo>
                    <a:pt x="621919" y="885571"/>
                    <a:pt x="615188" y="894715"/>
                    <a:pt x="608076" y="903351"/>
                  </a:cubicBezTo>
                  <a:cubicBezTo>
                    <a:pt x="600964" y="911987"/>
                    <a:pt x="593471" y="920369"/>
                    <a:pt x="585470" y="928243"/>
                  </a:cubicBezTo>
                  <a:cubicBezTo>
                    <a:pt x="577469" y="936117"/>
                    <a:pt x="569214" y="943737"/>
                    <a:pt x="560578" y="950849"/>
                  </a:cubicBezTo>
                  <a:cubicBezTo>
                    <a:pt x="551942" y="957961"/>
                    <a:pt x="542925" y="964692"/>
                    <a:pt x="533527" y="970915"/>
                  </a:cubicBezTo>
                  <a:cubicBezTo>
                    <a:pt x="524129" y="977138"/>
                    <a:pt x="514604" y="982853"/>
                    <a:pt x="504698" y="988187"/>
                  </a:cubicBezTo>
                  <a:cubicBezTo>
                    <a:pt x="494792" y="993521"/>
                    <a:pt x="484632" y="998220"/>
                    <a:pt x="474218" y="1002538"/>
                  </a:cubicBezTo>
                  <a:cubicBezTo>
                    <a:pt x="463804" y="1006856"/>
                    <a:pt x="453263" y="1010666"/>
                    <a:pt x="442595" y="1013841"/>
                  </a:cubicBezTo>
                  <a:cubicBezTo>
                    <a:pt x="431927" y="1017016"/>
                    <a:pt x="421005" y="1019810"/>
                    <a:pt x="409956" y="1021969"/>
                  </a:cubicBezTo>
                  <a:cubicBezTo>
                    <a:pt x="398907" y="1024128"/>
                    <a:pt x="387858" y="1025779"/>
                    <a:pt x="376682" y="1026922"/>
                  </a:cubicBezTo>
                  <a:cubicBezTo>
                    <a:pt x="365506" y="1028065"/>
                    <a:pt x="354076" y="1028700"/>
                    <a:pt x="342900" y="1028700"/>
                  </a:cubicBezTo>
                  <a:cubicBezTo>
                    <a:pt x="331724" y="1028700"/>
                    <a:pt x="320421" y="1028192"/>
                    <a:pt x="309245" y="1027049"/>
                  </a:cubicBezTo>
                  <a:cubicBezTo>
                    <a:pt x="298069" y="1025906"/>
                    <a:pt x="287020" y="1024255"/>
                    <a:pt x="275971" y="1022096"/>
                  </a:cubicBezTo>
                  <a:cubicBezTo>
                    <a:pt x="264922" y="1019937"/>
                    <a:pt x="254127" y="1017143"/>
                    <a:pt x="243332" y="1013968"/>
                  </a:cubicBezTo>
                  <a:cubicBezTo>
                    <a:pt x="232537" y="1010793"/>
                    <a:pt x="221996" y="1006983"/>
                    <a:pt x="211709" y="1002665"/>
                  </a:cubicBezTo>
                  <a:cubicBezTo>
                    <a:pt x="201422" y="998347"/>
                    <a:pt x="191135" y="993521"/>
                    <a:pt x="181229" y="988314"/>
                  </a:cubicBezTo>
                  <a:cubicBezTo>
                    <a:pt x="171323" y="983107"/>
                    <a:pt x="161671" y="977265"/>
                    <a:pt x="152400" y="971042"/>
                  </a:cubicBezTo>
                  <a:cubicBezTo>
                    <a:pt x="143129" y="964819"/>
                    <a:pt x="134112" y="958088"/>
                    <a:pt x="125349" y="950976"/>
                  </a:cubicBezTo>
                  <a:cubicBezTo>
                    <a:pt x="116586" y="943864"/>
                    <a:pt x="108331" y="936371"/>
                    <a:pt x="100457" y="928370"/>
                  </a:cubicBezTo>
                  <a:cubicBezTo>
                    <a:pt x="92583" y="920369"/>
                    <a:pt x="84963" y="912114"/>
                    <a:pt x="77851" y="903478"/>
                  </a:cubicBezTo>
                  <a:cubicBezTo>
                    <a:pt x="70739" y="894842"/>
                    <a:pt x="64008" y="885698"/>
                    <a:pt x="57785" y="876300"/>
                  </a:cubicBezTo>
                  <a:cubicBezTo>
                    <a:pt x="51562" y="866902"/>
                    <a:pt x="45720" y="857377"/>
                    <a:pt x="40513" y="847471"/>
                  </a:cubicBezTo>
                  <a:cubicBezTo>
                    <a:pt x="35306" y="837565"/>
                    <a:pt x="30480" y="827405"/>
                    <a:pt x="26162" y="816991"/>
                  </a:cubicBezTo>
                  <a:cubicBezTo>
                    <a:pt x="21844" y="806577"/>
                    <a:pt x="18034" y="796036"/>
                    <a:pt x="14859" y="785368"/>
                  </a:cubicBezTo>
                  <a:cubicBezTo>
                    <a:pt x="11684" y="774700"/>
                    <a:pt x="8890" y="763778"/>
                    <a:pt x="6731" y="752729"/>
                  </a:cubicBezTo>
                  <a:cubicBezTo>
                    <a:pt x="4572" y="741680"/>
                    <a:pt x="2921" y="730631"/>
                    <a:pt x="1778" y="719455"/>
                  </a:cubicBezTo>
                  <a:cubicBezTo>
                    <a:pt x="635" y="708279"/>
                    <a:pt x="0" y="696976"/>
                    <a:pt x="0" y="685800"/>
                  </a:cubicBezTo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4886325" y="452066"/>
            <a:ext cx="5531729" cy="1135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6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From PubMed Abstracts to Biomedical Intelligence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99254" y="1992963"/>
            <a:ext cx="55759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60616" y="2160603"/>
            <a:ext cx="139817" cy="35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60616" y="3360753"/>
            <a:ext cx="139817" cy="35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60616" y="4560903"/>
            <a:ext cx="139817" cy="35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60616" y="5761053"/>
            <a:ext cx="139817" cy="35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43575" y="4393263"/>
            <a:ext cx="1453591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Store in Neo4j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743575" y="3193113"/>
            <a:ext cx="1529991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Extract triplets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057775" y="6622113"/>
            <a:ext cx="2399557" cy="237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8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Traceability</a:t>
            </a:r>
          </a:p>
          <a:p>
            <a:pPr algn="l">
              <a:lnSpc>
                <a:spcPts val="4428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Scalable Updates Retrieval Completeness Reasoning Guardrails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743575" y="5593413"/>
            <a:ext cx="1826581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Visualize &amp; query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43575" y="1992963"/>
            <a:ext cx="2433276" cy="30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Fetch</a:t>
            </a:r>
            <a:r>
              <a:rPr lang="en-US" sz="1771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PubMed</a:t>
            </a:r>
            <a:r>
              <a:rPr lang="en-US" sz="1771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177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abstracts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606858"/>
            <a:ext cx="2857500" cy="6438643"/>
            <a:chOff x="0" y="0"/>
            <a:chExt cx="3810000" cy="85848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10000" cy="8584819"/>
            </a:xfrm>
            <a:custGeom>
              <a:avLst/>
              <a:gdLst/>
              <a:ahLst/>
              <a:cxnLst/>
              <a:rect l="l" t="t" r="r" b="b"/>
              <a:pathLst>
                <a:path w="3810000" h="8584819">
                  <a:moveTo>
                    <a:pt x="0" y="0"/>
                  </a:moveTo>
                  <a:lnTo>
                    <a:pt x="3810000" y="0"/>
                  </a:lnTo>
                  <a:lnTo>
                    <a:pt x="381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6" t="-3" r="-136"/>
              </a:stretch>
            </a:blip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504905" y="4211317"/>
            <a:ext cx="7422966" cy="620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3543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Thank you for your kindly attention!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45470" y="4863846"/>
            <a:ext cx="89240" cy="490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2835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24677" y="4863846"/>
            <a:ext cx="2894771" cy="490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2835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Questions</a:t>
            </a:r>
            <a:r>
              <a:rPr lang="en-US" sz="2835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2835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please!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981</Words>
  <Application>Microsoft Macintosh PowerPoint</Application>
  <PresentationFormat>Custom</PresentationFormat>
  <Paragraphs>242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PT Serif</vt:lpstr>
      <vt:lpstr>DM Sans Bold</vt:lpstr>
      <vt:lpstr>DM Sans Italics</vt:lpstr>
      <vt:lpstr>Noto Sans</vt:lpstr>
      <vt:lpstr>Calibri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From-Papers-to-Precision-Building-Biomedical-Intelligence-at-Scale (1).pdf</dc:title>
  <cp:lastModifiedBy>Alexandru Ghiurutan - QIAGEN</cp:lastModifiedBy>
  <cp:revision>3</cp:revision>
  <dcterms:created xsi:type="dcterms:W3CDTF">2006-08-16T00:00:00Z</dcterms:created>
  <dcterms:modified xsi:type="dcterms:W3CDTF">2026-07-08T12:33:00Z</dcterms:modified>
  <dc:identifier>DAHNdrcVlN4</dc:identifier>
</cp:coreProperties>
</file>